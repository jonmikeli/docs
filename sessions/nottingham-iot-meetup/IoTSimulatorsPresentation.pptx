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70" r:id="rId5"/>
    <p:sldId id="271" r:id="rId6"/>
    <p:sldId id="268" r:id="rId7"/>
    <p:sldId id="259" r:id="rId8"/>
    <p:sldId id="260" r:id="rId9"/>
    <p:sldId id="273" r:id="rId10"/>
    <p:sldId id="278" r:id="rId11"/>
    <p:sldId id="283" r:id="rId12"/>
    <p:sldId id="279" r:id="rId13"/>
    <p:sldId id="280" r:id="rId14"/>
    <p:sldId id="281" r:id="rId15"/>
    <p:sldId id="282" r:id="rId16"/>
    <p:sldId id="264" r:id="rId17"/>
    <p:sldId id="263" r:id="rId18"/>
    <p:sldId id="289" r:id="rId19"/>
    <p:sldId id="290" r:id="rId20"/>
    <p:sldId id="262" r:id="rId21"/>
    <p:sldId id="288" r:id="rId22"/>
    <p:sldId id="284" r:id="rId23"/>
    <p:sldId id="266" r:id="rId24"/>
    <p:sldId id="285" r:id="rId25"/>
    <p:sldId id="286" r:id="rId26"/>
    <p:sldId id="287" r:id="rId27"/>
    <p:sldId id="29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7EA41-E686-48D2-A09A-A11F66070F71}" v="60" dt="2026-03-12T21:09:58.7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019" autoAdjust="0"/>
  </p:normalViewPr>
  <p:slideViewPr>
    <p:cSldViewPr snapToGrid="0">
      <p:cViewPr varScale="1">
        <p:scale>
          <a:sx n="85" d="100"/>
          <a:sy n="85" d="100"/>
        </p:scale>
        <p:origin x="159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 Mikel Inza" userId="b45a1b6dd078dbfa" providerId="LiveId" clId="{AAB01CA5-0273-430E-99F3-CF0D2C3F7F5D}"/>
    <pc:docChg chg="undo custSel addSld delSld modSld sldOrd">
      <pc:chgData name="Jon Mikel Inza" userId="b45a1b6dd078dbfa" providerId="LiveId" clId="{AAB01CA5-0273-430E-99F3-CF0D2C3F7F5D}" dt="2026-03-12T21:09:58.728" v="6192"/>
      <pc:docMkLst>
        <pc:docMk/>
      </pc:docMkLst>
      <pc:sldChg chg="addSp delSp modSp mod modNotesTx">
        <pc:chgData name="Jon Mikel Inza" userId="b45a1b6dd078dbfa" providerId="LiveId" clId="{AAB01CA5-0273-430E-99F3-CF0D2C3F7F5D}" dt="2026-03-12T19:59:23.059" v="6166" actId="114"/>
        <pc:sldMkLst>
          <pc:docMk/>
          <pc:sldMk cId="2795633525" sldId="256"/>
        </pc:sldMkLst>
        <pc:spChg chg="mod">
          <ac:chgData name="Jon Mikel Inza" userId="b45a1b6dd078dbfa" providerId="LiveId" clId="{AAB01CA5-0273-430E-99F3-CF0D2C3F7F5D}" dt="2026-03-06T20:56:13.640" v="3966" actId="14100"/>
          <ac:spMkLst>
            <pc:docMk/>
            <pc:sldMk cId="2795633525" sldId="256"/>
            <ac:spMk id="2" creationId="{2A87D5E2-6C67-D3FD-5D69-2D8C9C07678C}"/>
          </ac:spMkLst>
        </pc:spChg>
        <pc:spChg chg="mod">
          <ac:chgData name="Jon Mikel Inza" userId="b45a1b6dd078dbfa" providerId="LiveId" clId="{AAB01CA5-0273-430E-99F3-CF0D2C3F7F5D}" dt="2026-03-12T19:59:23.059" v="6166" actId="114"/>
          <ac:spMkLst>
            <pc:docMk/>
            <pc:sldMk cId="2795633525" sldId="256"/>
            <ac:spMk id="3" creationId="{1557C8B6-0D02-5709-AFEC-FB51F0A4ED87}"/>
          </ac:spMkLst>
        </pc:spChg>
        <pc:picChg chg="add mod ord">
          <ac:chgData name="Jon Mikel Inza" userId="b45a1b6dd078dbfa" providerId="LiveId" clId="{AAB01CA5-0273-430E-99F3-CF0D2C3F7F5D}" dt="2026-03-05T22:08:16.381" v="2533" actId="166"/>
          <ac:picMkLst>
            <pc:docMk/>
            <pc:sldMk cId="2795633525" sldId="256"/>
            <ac:picMk id="4" creationId="{B12D3F45-B6A7-F81D-952D-E29FDECF97B9}"/>
          </ac:picMkLst>
        </pc:picChg>
      </pc:sldChg>
      <pc:sldChg chg="modSp new mod modNotesTx">
        <pc:chgData name="Jon Mikel Inza" userId="b45a1b6dd078dbfa" providerId="LiveId" clId="{AAB01CA5-0273-430E-99F3-CF0D2C3F7F5D}" dt="2026-03-11T20:15:26.731" v="5769" actId="20577"/>
        <pc:sldMkLst>
          <pc:docMk/>
          <pc:sldMk cId="1620384971" sldId="257"/>
        </pc:sldMkLst>
        <pc:spChg chg="mod">
          <ac:chgData name="Jon Mikel Inza" userId="b45a1b6dd078dbfa" providerId="LiveId" clId="{AAB01CA5-0273-430E-99F3-CF0D2C3F7F5D}" dt="2026-03-11T20:15:26.731" v="5769" actId="20577"/>
          <ac:spMkLst>
            <pc:docMk/>
            <pc:sldMk cId="1620384971" sldId="257"/>
            <ac:spMk id="3" creationId="{1DEF81F6-6E3D-1603-A23B-CC9C18ABD8D3}"/>
          </ac:spMkLst>
        </pc:spChg>
      </pc:sldChg>
      <pc:sldChg chg="addSp delSp modSp new mod">
        <pc:chgData name="Jon Mikel Inza" userId="b45a1b6dd078dbfa" providerId="LiveId" clId="{AAB01CA5-0273-430E-99F3-CF0D2C3F7F5D}" dt="2026-03-05T21:24:26.798" v="1716" actId="1076"/>
        <pc:sldMkLst>
          <pc:docMk/>
          <pc:sldMk cId="2667253982" sldId="258"/>
        </pc:sldMkLst>
        <pc:spChg chg="add del mod">
          <ac:chgData name="Jon Mikel Inza" userId="b45a1b6dd078dbfa" providerId="LiveId" clId="{AAB01CA5-0273-430E-99F3-CF0D2C3F7F5D}" dt="2026-03-05T21:24:26.798" v="1716" actId="1076"/>
          <ac:spMkLst>
            <pc:docMk/>
            <pc:sldMk cId="2667253982" sldId="258"/>
            <ac:spMk id="7" creationId="{6712ACD5-B5BD-B5F0-ED81-75EF7D706363}"/>
          </ac:spMkLst>
        </pc:spChg>
        <pc:picChg chg="add mod ord">
          <ac:chgData name="Jon Mikel Inza" userId="b45a1b6dd078dbfa" providerId="LiveId" clId="{AAB01CA5-0273-430E-99F3-CF0D2C3F7F5D}" dt="2026-03-05T21:23:13.931" v="1666" actId="1076"/>
          <ac:picMkLst>
            <pc:docMk/>
            <pc:sldMk cId="2667253982" sldId="258"/>
            <ac:picMk id="5" creationId="{FA7966C7-41AF-9641-DC99-2C4B51AEF605}"/>
          </ac:picMkLst>
        </pc:picChg>
      </pc:sldChg>
      <pc:sldChg chg="modSp new mod">
        <pc:chgData name="Jon Mikel Inza" userId="b45a1b6dd078dbfa" providerId="LiveId" clId="{AAB01CA5-0273-430E-99F3-CF0D2C3F7F5D}" dt="2026-03-09T13:03:47.549" v="4360" actId="20577"/>
        <pc:sldMkLst>
          <pc:docMk/>
          <pc:sldMk cId="2342410255" sldId="259"/>
        </pc:sldMkLst>
        <pc:spChg chg="mod">
          <ac:chgData name="Jon Mikel Inza" userId="b45a1b6dd078dbfa" providerId="LiveId" clId="{AAB01CA5-0273-430E-99F3-CF0D2C3F7F5D}" dt="2026-03-09T13:03:47.549" v="4360" actId="20577"/>
          <ac:spMkLst>
            <pc:docMk/>
            <pc:sldMk cId="2342410255" sldId="259"/>
            <ac:spMk id="2" creationId="{B9FF1C54-80C9-1EA1-26C5-E4313507630C}"/>
          </ac:spMkLst>
        </pc:spChg>
        <pc:spChg chg="mod">
          <ac:chgData name="Jon Mikel Inza" userId="b45a1b6dd078dbfa" providerId="LiveId" clId="{AAB01CA5-0273-430E-99F3-CF0D2C3F7F5D}" dt="2026-03-09T13:03:22.628" v="4343" actId="20577"/>
          <ac:spMkLst>
            <pc:docMk/>
            <pc:sldMk cId="2342410255" sldId="259"/>
            <ac:spMk id="3" creationId="{EA9529CE-B1DC-DFF8-2D56-BFD829DDECB1}"/>
          </ac:spMkLst>
        </pc:spChg>
      </pc:sldChg>
      <pc:sldChg chg="modSp new mod">
        <pc:chgData name="Jon Mikel Inza" userId="b45a1b6dd078dbfa" providerId="LiveId" clId="{AAB01CA5-0273-430E-99F3-CF0D2C3F7F5D}" dt="2026-03-12T17:57:30.628" v="6051" actId="20577"/>
        <pc:sldMkLst>
          <pc:docMk/>
          <pc:sldMk cId="3700143991" sldId="260"/>
        </pc:sldMkLst>
        <pc:spChg chg="mod">
          <ac:chgData name="Jon Mikel Inza" userId="b45a1b6dd078dbfa" providerId="LiveId" clId="{AAB01CA5-0273-430E-99F3-CF0D2C3F7F5D}" dt="2026-03-11T23:33:59.768" v="5945" actId="20577"/>
          <ac:spMkLst>
            <pc:docMk/>
            <pc:sldMk cId="3700143991" sldId="260"/>
            <ac:spMk id="2" creationId="{125A4560-CCAF-5089-EF2E-4B056223829B}"/>
          </ac:spMkLst>
        </pc:spChg>
        <pc:spChg chg="mod">
          <ac:chgData name="Jon Mikel Inza" userId="b45a1b6dd078dbfa" providerId="LiveId" clId="{AAB01CA5-0273-430E-99F3-CF0D2C3F7F5D}" dt="2026-03-12T17:57:30.628" v="6051" actId="20577"/>
          <ac:spMkLst>
            <pc:docMk/>
            <pc:sldMk cId="3700143991" sldId="260"/>
            <ac:spMk id="3" creationId="{E454072B-4A05-D66E-FF08-319ACC726769}"/>
          </ac:spMkLst>
        </pc:spChg>
      </pc:sldChg>
      <pc:sldChg chg="modSp new del mod">
        <pc:chgData name="Jon Mikel Inza" userId="b45a1b6dd078dbfa" providerId="LiveId" clId="{AAB01CA5-0273-430E-99F3-CF0D2C3F7F5D}" dt="2026-03-11T23:32:42.394" v="5904" actId="47"/>
        <pc:sldMkLst>
          <pc:docMk/>
          <pc:sldMk cId="3333758790" sldId="261"/>
        </pc:sldMkLst>
      </pc:sldChg>
      <pc:sldChg chg="addSp delSp modSp new mod ord modClrScheme chgLayout">
        <pc:chgData name="Jon Mikel Inza" userId="b45a1b6dd078dbfa" providerId="LiveId" clId="{AAB01CA5-0273-430E-99F3-CF0D2C3F7F5D}" dt="2026-03-06T20:55:21.099" v="3941"/>
        <pc:sldMkLst>
          <pc:docMk/>
          <pc:sldMk cId="752395520" sldId="262"/>
        </pc:sldMkLst>
      </pc:sldChg>
      <pc:sldChg chg="addSp delSp modSp add mod ord">
        <pc:chgData name="Jon Mikel Inza" userId="b45a1b6dd078dbfa" providerId="LiveId" clId="{AAB01CA5-0273-430E-99F3-CF0D2C3F7F5D}" dt="2026-03-09T21:35:30.823" v="5287" actId="20577"/>
        <pc:sldMkLst>
          <pc:docMk/>
          <pc:sldMk cId="3555111810" sldId="263"/>
        </pc:sldMkLst>
        <pc:spChg chg="mod">
          <ac:chgData name="Jon Mikel Inza" userId="b45a1b6dd078dbfa" providerId="LiveId" clId="{AAB01CA5-0273-430E-99F3-CF0D2C3F7F5D}" dt="2026-03-09T21:34:35.132" v="5222" actId="20577"/>
          <ac:spMkLst>
            <pc:docMk/>
            <pc:sldMk cId="3555111810" sldId="263"/>
            <ac:spMk id="2" creationId="{26D05638-DD41-D478-84CF-8A15C8EECDA8}"/>
          </ac:spMkLst>
        </pc:spChg>
        <pc:spChg chg="mod">
          <ac:chgData name="Jon Mikel Inza" userId="b45a1b6dd078dbfa" providerId="LiveId" clId="{AAB01CA5-0273-430E-99F3-CF0D2C3F7F5D}" dt="2026-03-09T21:35:30.823" v="5287" actId="20577"/>
          <ac:spMkLst>
            <pc:docMk/>
            <pc:sldMk cId="3555111810" sldId="263"/>
            <ac:spMk id="3" creationId="{28C2C6BD-1C5E-2F29-5BCB-13F32E20776B}"/>
          </ac:spMkLst>
        </pc:spChg>
      </pc:sldChg>
      <pc:sldChg chg="addSp delSp modSp new mod modClrScheme chgLayout">
        <pc:chgData name="Jon Mikel Inza" userId="b45a1b6dd078dbfa" providerId="LiveId" clId="{AAB01CA5-0273-430E-99F3-CF0D2C3F7F5D}" dt="2026-03-11T20:18:56.657" v="5879" actId="20577"/>
        <pc:sldMkLst>
          <pc:docMk/>
          <pc:sldMk cId="2201827827" sldId="264"/>
        </pc:sldMkLst>
        <pc:spChg chg="mod ord">
          <ac:chgData name="Jon Mikel Inza" userId="b45a1b6dd078dbfa" providerId="LiveId" clId="{AAB01CA5-0273-430E-99F3-CF0D2C3F7F5D}" dt="2026-03-09T22:08:02.977" v="5390" actId="20577"/>
          <ac:spMkLst>
            <pc:docMk/>
            <pc:sldMk cId="2201827827" sldId="264"/>
            <ac:spMk id="2" creationId="{5120C209-9141-9B5A-D611-9E008AA42F9F}"/>
          </ac:spMkLst>
        </pc:spChg>
        <pc:spChg chg="add mod ord">
          <ac:chgData name="Jon Mikel Inza" userId="b45a1b6dd078dbfa" providerId="LiveId" clId="{AAB01CA5-0273-430E-99F3-CF0D2C3F7F5D}" dt="2026-03-11T20:18:56.657" v="5879" actId="20577"/>
          <ac:spMkLst>
            <pc:docMk/>
            <pc:sldMk cId="2201827827" sldId="264"/>
            <ac:spMk id="4" creationId="{D7379D6C-7FC6-99FA-DD7C-FE5CAF518D35}"/>
          </ac:spMkLst>
        </pc:spChg>
      </pc:sldChg>
      <pc:sldChg chg="addSp delSp modSp new mod ord modClrScheme chgLayout">
        <pc:chgData name="Jon Mikel Inza" userId="b45a1b6dd078dbfa" providerId="LiveId" clId="{AAB01CA5-0273-430E-99F3-CF0D2C3F7F5D}" dt="2026-03-09T22:08:29.123" v="5395"/>
        <pc:sldMkLst>
          <pc:docMk/>
          <pc:sldMk cId="3046908101" sldId="266"/>
        </pc:sldMkLst>
        <pc:spChg chg="add mod ord">
          <ac:chgData name="Jon Mikel Inza" userId="b45a1b6dd078dbfa" providerId="LiveId" clId="{AAB01CA5-0273-430E-99F3-CF0D2C3F7F5D}" dt="2026-03-06T20:55:04.098" v="3939" actId="5793"/>
          <ac:spMkLst>
            <pc:docMk/>
            <pc:sldMk cId="3046908101" sldId="266"/>
            <ac:spMk id="4" creationId="{0A4B2A1B-CF6C-E511-CC34-D317BD13F6E8}"/>
          </ac:spMkLst>
        </pc:spChg>
      </pc:sldChg>
      <pc:sldChg chg="modSp add mod">
        <pc:chgData name="Jon Mikel Inza" userId="b45a1b6dd078dbfa" providerId="LiveId" clId="{AAB01CA5-0273-430E-99F3-CF0D2C3F7F5D}" dt="2026-03-11T20:15:46.797" v="5772" actId="14"/>
        <pc:sldMkLst>
          <pc:docMk/>
          <pc:sldMk cId="1776343964" sldId="268"/>
        </pc:sldMkLst>
        <pc:spChg chg="mod">
          <ac:chgData name="Jon Mikel Inza" userId="b45a1b6dd078dbfa" providerId="LiveId" clId="{AAB01CA5-0273-430E-99F3-CF0D2C3F7F5D}" dt="2026-03-05T21:35:43.509" v="1759" actId="20577"/>
          <ac:spMkLst>
            <pc:docMk/>
            <pc:sldMk cId="1776343964" sldId="268"/>
            <ac:spMk id="2" creationId="{8BE4D2E7-17A1-40C9-0155-B376C5BB050A}"/>
          </ac:spMkLst>
        </pc:spChg>
        <pc:spChg chg="mod">
          <ac:chgData name="Jon Mikel Inza" userId="b45a1b6dd078dbfa" providerId="LiveId" clId="{AAB01CA5-0273-430E-99F3-CF0D2C3F7F5D}" dt="2026-03-11T20:15:46.797" v="5772" actId="14"/>
          <ac:spMkLst>
            <pc:docMk/>
            <pc:sldMk cId="1776343964" sldId="268"/>
            <ac:spMk id="3" creationId="{0D6BBF0A-DA7B-0024-6EC6-566769AE7E13}"/>
          </ac:spMkLst>
        </pc:spChg>
      </pc:sldChg>
      <pc:sldChg chg="modSp add mod">
        <pc:chgData name="Jon Mikel Inza" userId="b45a1b6dd078dbfa" providerId="LiveId" clId="{AAB01CA5-0273-430E-99F3-CF0D2C3F7F5D}" dt="2026-03-11T06:41:03.925" v="5617" actId="14826"/>
        <pc:sldMkLst>
          <pc:docMk/>
          <pc:sldMk cId="1759435891" sldId="270"/>
        </pc:sldMkLst>
        <pc:spChg chg="mod">
          <ac:chgData name="Jon Mikel Inza" userId="b45a1b6dd078dbfa" providerId="LiveId" clId="{AAB01CA5-0273-430E-99F3-CF0D2C3F7F5D}" dt="2026-03-05T21:24:40.423" v="1727" actId="20577"/>
          <ac:spMkLst>
            <pc:docMk/>
            <pc:sldMk cId="1759435891" sldId="270"/>
            <ac:spMk id="7" creationId="{4A891017-6CF1-496A-28CD-A15E6E11C481}"/>
          </ac:spMkLst>
        </pc:spChg>
        <pc:picChg chg="mod">
          <ac:chgData name="Jon Mikel Inza" userId="b45a1b6dd078dbfa" providerId="LiveId" clId="{AAB01CA5-0273-430E-99F3-CF0D2C3F7F5D}" dt="2026-03-11T06:41:03.925" v="5617" actId="14826"/>
          <ac:picMkLst>
            <pc:docMk/>
            <pc:sldMk cId="1759435891" sldId="270"/>
            <ac:picMk id="5" creationId="{1CFE61BD-CE83-63FF-8AEA-48A6EF852B35}"/>
          </ac:picMkLst>
        </pc:picChg>
      </pc:sldChg>
      <pc:sldChg chg="addSp modSp add mod">
        <pc:chgData name="Jon Mikel Inza" userId="b45a1b6dd078dbfa" providerId="LiveId" clId="{AAB01CA5-0273-430E-99F3-CF0D2C3F7F5D}" dt="2026-03-06T15:14:12.101" v="3679" actId="14100"/>
        <pc:sldMkLst>
          <pc:docMk/>
          <pc:sldMk cId="1282955588" sldId="271"/>
        </pc:sldMkLst>
        <pc:spChg chg="mod">
          <ac:chgData name="Jon Mikel Inza" userId="b45a1b6dd078dbfa" providerId="LiveId" clId="{AAB01CA5-0273-430E-99F3-CF0D2C3F7F5D}" dt="2026-03-05T21:25:09.178" v="1740" actId="20577"/>
          <ac:spMkLst>
            <pc:docMk/>
            <pc:sldMk cId="1282955588" sldId="271"/>
            <ac:spMk id="7" creationId="{A32CD10E-5183-1C9A-624F-BF11D5C2F562}"/>
          </ac:spMkLst>
        </pc:spChg>
        <pc:picChg chg="mod">
          <ac:chgData name="Jon Mikel Inza" userId="b45a1b6dd078dbfa" providerId="LiveId" clId="{AAB01CA5-0273-430E-99F3-CF0D2C3F7F5D}" dt="2026-03-06T15:14:12.101" v="3679" actId="14100"/>
          <ac:picMkLst>
            <pc:docMk/>
            <pc:sldMk cId="1282955588" sldId="271"/>
            <ac:picMk id="5" creationId="{F6937A58-2213-6337-9AB1-505BB9DECBFB}"/>
          </ac:picMkLst>
        </pc:picChg>
      </pc:sldChg>
      <pc:sldChg chg="addSp delSp modSp add del mod">
        <pc:chgData name="Jon Mikel Inza" userId="b45a1b6dd078dbfa" providerId="LiveId" clId="{AAB01CA5-0273-430E-99F3-CF0D2C3F7F5D}" dt="2026-03-11T20:18:47.916" v="5866" actId="47"/>
        <pc:sldMkLst>
          <pc:docMk/>
          <pc:sldMk cId="3731004741" sldId="272"/>
        </pc:sldMkLst>
      </pc:sldChg>
      <pc:sldChg chg="addSp delSp modSp new mod ord">
        <pc:chgData name="Jon Mikel Inza" userId="b45a1b6dd078dbfa" providerId="LiveId" clId="{AAB01CA5-0273-430E-99F3-CF0D2C3F7F5D}" dt="2026-03-09T21:43:23.245" v="5388"/>
        <pc:sldMkLst>
          <pc:docMk/>
          <pc:sldMk cId="378518979" sldId="273"/>
        </pc:sldMkLst>
        <pc:spChg chg="add mod">
          <ac:chgData name="Jon Mikel Inza" userId="b45a1b6dd078dbfa" providerId="LiveId" clId="{AAB01CA5-0273-430E-99F3-CF0D2C3F7F5D}" dt="2026-03-06T20:54:23.580" v="3913" actId="20577"/>
          <ac:spMkLst>
            <pc:docMk/>
            <pc:sldMk cId="378518979" sldId="273"/>
            <ac:spMk id="4" creationId="{071CA7F1-7C8A-A76B-6C90-0D29548AA2DE}"/>
          </ac:spMkLst>
        </pc:spChg>
        <pc:picChg chg="add mod">
          <ac:chgData name="Jon Mikel Inza" userId="b45a1b6dd078dbfa" providerId="LiveId" clId="{AAB01CA5-0273-430E-99F3-CF0D2C3F7F5D}" dt="2026-03-06T20:51:46.827" v="3688" actId="14100"/>
          <ac:picMkLst>
            <pc:docMk/>
            <pc:sldMk cId="378518979" sldId="273"/>
            <ac:picMk id="3" creationId="{EED1B12E-6C23-4ED6-7818-876853A9B339}"/>
          </ac:picMkLst>
        </pc:picChg>
        <pc:picChg chg="add mod">
          <ac:chgData name="Jon Mikel Inza" userId="b45a1b6dd078dbfa" providerId="LiveId" clId="{AAB01CA5-0273-430E-99F3-CF0D2C3F7F5D}" dt="2026-03-05T22:03:56.744" v="2512" actId="1440"/>
          <ac:picMkLst>
            <pc:docMk/>
            <pc:sldMk cId="378518979" sldId="273"/>
            <ac:picMk id="5" creationId="{5C702623-B8D0-0105-0D66-CEA06C8A9A9B}"/>
          </ac:picMkLst>
        </pc:picChg>
      </pc:sldChg>
      <pc:sldChg chg="addSp delSp modSp add del mod">
        <pc:chgData name="Jon Mikel Inza" userId="b45a1b6dd078dbfa" providerId="LiveId" clId="{AAB01CA5-0273-430E-99F3-CF0D2C3F7F5D}" dt="2026-03-11T20:18:48.773" v="5867" actId="47"/>
        <pc:sldMkLst>
          <pc:docMk/>
          <pc:sldMk cId="2017582298" sldId="274"/>
        </pc:sldMkLst>
      </pc:sldChg>
      <pc:sldChg chg="modSp add del mod">
        <pc:chgData name="Jon Mikel Inza" userId="b45a1b6dd078dbfa" providerId="LiveId" clId="{AAB01CA5-0273-430E-99F3-CF0D2C3F7F5D}" dt="2026-03-11T23:34:49.922" v="5977" actId="47"/>
        <pc:sldMkLst>
          <pc:docMk/>
          <pc:sldMk cId="367372779" sldId="276"/>
        </pc:sldMkLst>
      </pc:sldChg>
      <pc:sldChg chg="modSp add del mod ord modNotesTx">
        <pc:chgData name="Jon Mikel Inza" userId="b45a1b6dd078dbfa" providerId="LiveId" clId="{AAB01CA5-0273-430E-99F3-CF0D2C3F7F5D}" dt="2026-03-11T20:19:50.508" v="5899" actId="2696"/>
        <pc:sldMkLst>
          <pc:docMk/>
          <pc:sldMk cId="3095429266" sldId="277"/>
        </pc:sldMkLst>
      </pc:sldChg>
      <pc:sldChg chg="modSp new mod ord">
        <pc:chgData name="Jon Mikel Inza" userId="b45a1b6dd078dbfa" providerId="LiveId" clId="{AAB01CA5-0273-430E-99F3-CF0D2C3F7F5D}" dt="2026-03-12T17:59:06.560" v="6059" actId="20577"/>
        <pc:sldMkLst>
          <pc:docMk/>
          <pc:sldMk cId="3375890604" sldId="278"/>
        </pc:sldMkLst>
        <pc:spChg chg="mod">
          <ac:chgData name="Jon Mikel Inza" userId="b45a1b6dd078dbfa" providerId="LiveId" clId="{AAB01CA5-0273-430E-99F3-CF0D2C3F7F5D}" dt="2026-03-09T13:06:16.581" v="4423" actId="20577"/>
          <ac:spMkLst>
            <pc:docMk/>
            <pc:sldMk cId="3375890604" sldId="278"/>
            <ac:spMk id="2" creationId="{3128212C-3D3B-E308-D249-B5A9D5D587DF}"/>
          </ac:spMkLst>
        </pc:spChg>
        <pc:spChg chg="mod">
          <ac:chgData name="Jon Mikel Inza" userId="b45a1b6dd078dbfa" providerId="LiveId" clId="{AAB01CA5-0273-430E-99F3-CF0D2C3F7F5D}" dt="2026-03-12T17:59:06.560" v="6059" actId="20577"/>
          <ac:spMkLst>
            <pc:docMk/>
            <pc:sldMk cId="3375890604" sldId="278"/>
            <ac:spMk id="3" creationId="{16B54B3E-35C1-7921-86E3-6F88B0EFE56D}"/>
          </ac:spMkLst>
        </pc:spChg>
      </pc:sldChg>
      <pc:sldChg chg="addSp delSp modSp new mod">
        <pc:chgData name="Jon Mikel Inza" userId="b45a1b6dd078dbfa" providerId="LiveId" clId="{AAB01CA5-0273-430E-99F3-CF0D2C3F7F5D}" dt="2026-03-06T20:54:11.779" v="3903" actId="14100"/>
        <pc:sldMkLst>
          <pc:docMk/>
          <pc:sldMk cId="958858531" sldId="279"/>
        </pc:sldMkLst>
        <pc:spChg chg="mod">
          <ac:chgData name="Jon Mikel Inza" userId="b45a1b6dd078dbfa" providerId="LiveId" clId="{AAB01CA5-0273-430E-99F3-CF0D2C3F7F5D}" dt="2026-03-06T20:54:11.779" v="3903" actId="14100"/>
          <ac:spMkLst>
            <pc:docMk/>
            <pc:sldMk cId="958858531" sldId="279"/>
            <ac:spMk id="2" creationId="{6A8FF11D-35B2-E936-3476-347932A10CE2}"/>
          </ac:spMkLst>
        </pc:spChg>
        <pc:picChg chg="add mod">
          <ac:chgData name="Jon Mikel Inza" userId="b45a1b6dd078dbfa" providerId="LiveId" clId="{AAB01CA5-0273-430E-99F3-CF0D2C3F7F5D}" dt="2026-03-06T14:49:33.193" v="3637"/>
          <ac:picMkLst>
            <pc:docMk/>
            <pc:sldMk cId="958858531" sldId="279"/>
            <ac:picMk id="4" creationId="{882470B2-F84F-98E3-8E5A-59E09E32B2E3}"/>
          </ac:picMkLst>
        </pc:picChg>
        <pc:picChg chg="add mod">
          <ac:chgData name="Jon Mikel Inza" userId="b45a1b6dd078dbfa" providerId="LiveId" clId="{AAB01CA5-0273-430E-99F3-CF0D2C3F7F5D}" dt="2026-03-06T14:49:33.193" v="3637"/>
          <ac:picMkLst>
            <pc:docMk/>
            <pc:sldMk cId="958858531" sldId="279"/>
            <ac:picMk id="5" creationId="{E00BDB98-D882-236B-0FCF-89C90A9CACC8}"/>
          </ac:picMkLst>
        </pc:picChg>
      </pc:sldChg>
      <pc:sldChg chg="addSp delSp modSp new mod">
        <pc:chgData name="Jon Mikel Inza" userId="b45a1b6dd078dbfa" providerId="LiveId" clId="{AAB01CA5-0273-430E-99F3-CF0D2C3F7F5D}" dt="2026-03-06T14:50:02.885" v="3640" actId="1076"/>
        <pc:sldMkLst>
          <pc:docMk/>
          <pc:sldMk cId="197224684" sldId="280"/>
        </pc:sldMkLst>
        <pc:spChg chg="mod">
          <ac:chgData name="Jon Mikel Inza" userId="b45a1b6dd078dbfa" providerId="LiveId" clId="{AAB01CA5-0273-430E-99F3-CF0D2C3F7F5D}" dt="2026-03-06T14:48:24.440" v="3582" actId="20577"/>
          <ac:spMkLst>
            <pc:docMk/>
            <pc:sldMk cId="197224684" sldId="280"/>
            <ac:spMk id="2" creationId="{6741C48C-F754-4C98-4C5C-482B8460E3AB}"/>
          </ac:spMkLst>
        </pc:spChg>
        <pc:picChg chg="add mod">
          <ac:chgData name="Jon Mikel Inza" userId="b45a1b6dd078dbfa" providerId="LiveId" clId="{AAB01CA5-0273-430E-99F3-CF0D2C3F7F5D}" dt="2026-03-06T14:50:02.885" v="3640" actId="1076"/>
          <ac:picMkLst>
            <pc:docMk/>
            <pc:sldMk cId="197224684" sldId="280"/>
            <ac:picMk id="4" creationId="{7DF63879-F559-EDC1-BE8A-6ADA724EC90E}"/>
          </ac:picMkLst>
        </pc:picChg>
      </pc:sldChg>
      <pc:sldChg chg="addSp delSp modSp new mod">
        <pc:chgData name="Jon Mikel Inza" userId="b45a1b6dd078dbfa" providerId="LiveId" clId="{AAB01CA5-0273-430E-99F3-CF0D2C3F7F5D}" dt="2026-03-06T14:50:34.052" v="3643" actId="1076"/>
        <pc:sldMkLst>
          <pc:docMk/>
          <pc:sldMk cId="3209552083" sldId="281"/>
        </pc:sldMkLst>
        <pc:spChg chg="mod">
          <ac:chgData name="Jon Mikel Inza" userId="b45a1b6dd078dbfa" providerId="LiveId" clId="{AAB01CA5-0273-430E-99F3-CF0D2C3F7F5D}" dt="2026-03-06T14:48:42.568" v="3618" actId="20577"/>
          <ac:spMkLst>
            <pc:docMk/>
            <pc:sldMk cId="3209552083" sldId="281"/>
            <ac:spMk id="2" creationId="{BD87489A-AF3D-5E63-649A-E17A7D48D299}"/>
          </ac:spMkLst>
        </pc:spChg>
        <pc:picChg chg="add mod">
          <ac:chgData name="Jon Mikel Inza" userId="b45a1b6dd078dbfa" providerId="LiveId" clId="{AAB01CA5-0273-430E-99F3-CF0D2C3F7F5D}" dt="2026-03-06T14:50:34.052" v="3643" actId="1076"/>
          <ac:picMkLst>
            <pc:docMk/>
            <pc:sldMk cId="3209552083" sldId="281"/>
            <ac:picMk id="4" creationId="{7A0D9121-DD64-9AA2-D364-68B4C0BCAC65}"/>
          </ac:picMkLst>
        </pc:picChg>
      </pc:sldChg>
      <pc:sldChg chg="addSp delSp modSp new mod">
        <pc:chgData name="Jon Mikel Inza" userId="b45a1b6dd078dbfa" providerId="LiveId" clId="{AAB01CA5-0273-430E-99F3-CF0D2C3F7F5D}" dt="2026-03-06T14:50:53.808" v="3646" actId="1076"/>
        <pc:sldMkLst>
          <pc:docMk/>
          <pc:sldMk cId="1415601759" sldId="282"/>
        </pc:sldMkLst>
        <pc:spChg chg="mod">
          <ac:chgData name="Jon Mikel Inza" userId="b45a1b6dd078dbfa" providerId="LiveId" clId="{AAB01CA5-0273-430E-99F3-CF0D2C3F7F5D}" dt="2026-03-06T14:48:50.871" v="3635" actId="20577"/>
          <ac:spMkLst>
            <pc:docMk/>
            <pc:sldMk cId="1415601759" sldId="282"/>
            <ac:spMk id="2" creationId="{79916DA5-971D-696E-0CB4-9EB35517CA25}"/>
          </ac:spMkLst>
        </pc:spChg>
        <pc:picChg chg="add mod">
          <ac:chgData name="Jon Mikel Inza" userId="b45a1b6dd078dbfa" providerId="LiveId" clId="{AAB01CA5-0273-430E-99F3-CF0D2C3F7F5D}" dt="2026-03-06T14:50:53.808" v="3646" actId="1076"/>
          <ac:picMkLst>
            <pc:docMk/>
            <pc:sldMk cId="1415601759" sldId="282"/>
            <ac:picMk id="4" creationId="{8E802DBA-B148-3542-AAD2-395A7A99E6F4}"/>
          </ac:picMkLst>
        </pc:picChg>
      </pc:sldChg>
      <pc:sldChg chg="modSp add mod">
        <pc:chgData name="Jon Mikel Inza" userId="b45a1b6dd078dbfa" providerId="LiveId" clId="{AAB01CA5-0273-430E-99F3-CF0D2C3F7F5D}" dt="2026-03-09T13:25:08.358" v="4431" actId="20577"/>
        <pc:sldMkLst>
          <pc:docMk/>
          <pc:sldMk cId="1717284678" sldId="283"/>
        </pc:sldMkLst>
        <pc:spChg chg="mod">
          <ac:chgData name="Jon Mikel Inza" userId="b45a1b6dd078dbfa" providerId="LiveId" clId="{AAB01CA5-0273-430E-99F3-CF0D2C3F7F5D}" dt="2026-03-06T20:52:34.011" v="3733" actId="20577"/>
          <ac:spMkLst>
            <pc:docMk/>
            <pc:sldMk cId="1717284678" sldId="283"/>
            <ac:spMk id="2" creationId="{B9E07855-AFFA-8DF0-60F9-89453C32FA75}"/>
          </ac:spMkLst>
        </pc:spChg>
        <pc:spChg chg="mod">
          <ac:chgData name="Jon Mikel Inza" userId="b45a1b6dd078dbfa" providerId="LiveId" clId="{AAB01CA5-0273-430E-99F3-CF0D2C3F7F5D}" dt="2026-03-09T13:25:08.358" v="4431" actId="20577"/>
          <ac:spMkLst>
            <pc:docMk/>
            <pc:sldMk cId="1717284678" sldId="283"/>
            <ac:spMk id="3" creationId="{BF6445BD-3760-BF80-07BC-0DEA2EAC6E01}"/>
          </ac:spMkLst>
        </pc:spChg>
      </pc:sldChg>
      <pc:sldChg chg="addSp delSp modSp new mod modClrScheme chgLayout">
        <pc:chgData name="Jon Mikel Inza" userId="b45a1b6dd078dbfa" providerId="LiveId" clId="{AAB01CA5-0273-430E-99F3-CF0D2C3F7F5D}" dt="2026-03-09T22:08:41.710" v="5415" actId="20577"/>
        <pc:sldMkLst>
          <pc:docMk/>
          <pc:sldMk cId="1581705075" sldId="284"/>
        </pc:sldMkLst>
        <pc:spChg chg="add mod ord">
          <ac:chgData name="Jon Mikel Inza" userId="b45a1b6dd078dbfa" providerId="LiveId" clId="{AAB01CA5-0273-430E-99F3-CF0D2C3F7F5D}" dt="2026-03-09T22:08:41.710" v="5415" actId="20577"/>
          <ac:spMkLst>
            <pc:docMk/>
            <pc:sldMk cId="1581705075" sldId="284"/>
            <ac:spMk id="4" creationId="{38A0BDA9-BFE0-6D82-CFBA-77EA956A86B7}"/>
          </ac:spMkLst>
        </pc:spChg>
        <pc:spChg chg="add mod ord">
          <ac:chgData name="Jon Mikel Inza" userId="b45a1b6dd078dbfa" providerId="LiveId" clId="{AAB01CA5-0273-430E-99F3-CF0D2C3F7F5D}" dt="2026-03-09T21:36:12.857" v="5291" actId="700"/>
          <ac:spMkLst>
            <pc:docMk/>
            <pc:sldMk cId="1581705075" sldId="284"/>
            <ac:spMk id="5" creationId="{CDE51C81-718F-5D69-6EE7-269BAFACC877}"/>
          </ac:spMkLst>
        </pc:spChg>
      </pc:sldChg>
      <pc:sldChg chg="modSp add mod">
        <pc:chgData name="Jon Mikel Inza" userId="b45a1b6dd078dbfa" providerId="LiveId" clId="{AAB01CA5-0273-430E-99F3-CF0D2C3F7F5D}" dt="2026-03-09T21:36:48.748" v="5324" actId="20577"/>
        <pc:sldMkLst>
          <pc:docMk/>
          <pc:sldMk cId="1486593005" sldId="285"/>
        </pc:sldMkLst>
        <pc:spChg chg="mod">
          <ac:chgData name="Jon Mikel Inza" userId="b45a1b6dd078dbfa" providerId="LiveId" clId="{AAB01CA5-0273-430E-99F3-CF0D2C3F7F5D}" dt="2026-03-09T21:36:48.748" v="5324" actId="20577"/>
          <ac:spMkLst>
            <pc:docMk/>
            <pc:sldMk cId="1486593005" sldId="285"/>
            <ac:spMk id="3" creationId="{C6FC7264-03B7-0D6F-5D8C-10C45532344A}"/>
          </ac:spMkLst>
        </pc:spChg>
      </pc:sldChg>
      <pc:sldChg chg="modSp add mod">
        <pc:chgData name="Jon Mikel Inza" userId="b45a1b6dd078dbfa" providerId="LiveId" clId="{AAB01CA5-0273-430E-99F3-CF0D2C3F7F5D}" dt="2026-03-09T21:36:44.769" v="5320" actId="20577"/>
        <pc:sldMkLst>
          <pc:docMk/>
          <pc:sldMk cId="2651461465" sldId="286"/>
        </pc:sldMkLst>
        <pc:spChg chg="mod">
          <ac:chgData name="Jon Mikel Inza" userId="b45a1b6dd078dbfa" providerId="LiveId" clId="{AAB01CA5-0273-430E-99F3-CF0D2C3F7F5D}" dt="2026-03-09T21:36:44.769" v="5320" actId="20577"/>
          <ac:spMkLst>
            <pc:docMk/>
            <pc:sldMk cId="2651461465" sldId="286"/>
            <ac:spMk id="3" creationId="{A0387C31-6533-1658-A783-AE8F7C5E0A5F}"/>
          </ac:spMkLst>
        </pc:spChg>
      </pc:sldChg>
      <pc:sldChg chg="add">
        <pc:chgData name="Jon Mikel Inza" userId="b45a1b6dd078dbfa" providerId="LiveId" clId="{AAB01CA5-0273-430E-99F3-CF0D2C3F7F5D}" dt="2026-03-09T21:36:06.391" v="5290"/>
        <pc:sldMkLst>
          <pc:docMk/>
          <pc:sldMk cId="2294749968" sldId="287"/>
        </pc:sldMkLst>
      </pc:sldChg>
      <pc:sldChg chg="modSp add mod ord">
        <pc:chgData name="Jon Mikel Inza" userId="b45a1b6dd078dbfa" providerId="LiveId" clId="{AAB01CA5-0273-430E-99F3-CF0D2C3F7F5D}" dt="2026-03-11T20:20:41.273" v="5902"/>
        <pc:sldMkLst>
          <pc:docMk/>
          <pc:sldMk cId="1277930844" sldId="288"/>
        </pc:sldMkLst>
        <pc:spChg chg="mod">
          <ac:chgData name="Jon Mikel Inza" userId="b45a1b6dd078dbfa" providerId="LiveId" clId="{AAB01CA5-0273-430E-99F3-CF0D2C3F7F5D}" dt="2026-03-09T21:37:35.033" v="5358" actId="20577"/>
          <ac:spMkLst>
            <pc:docMk/>
            <pc:sldMk cId="1277930844" sldId="288"/>
            <ac:spMk id="4" creationId="{C1BB2802-C2C8-0954-69CB-7E58A9EABC2C}"/>
          </ac:spMkLst>
        </pc:spChg>
        <pc:spChg chg="mod">
          <ac:chgData name="Jon Mikel Inza" userId="b45a1b6dd078dbfa" providerId="LiveId" clId="{AAB01CA5-0273-430E-99F3-CF0D2C3F7F5D}" dt="2026-03-11T20:20:32.735" v="5900" actId="21"/>
          <ac:spMkLst>
            <pc:docMk/>
            <pc:sldMk cId="1277930844" sldId="288"/>
            <ac:spMk id="5" creationId="{8A98EB0B-574E-624F-D086-23EB609516E7}"/>
          </ac:spMkLst>
        </pc:spChg>
      </pc:sldChg>
      <pc:sldChg chg="modSp add mod modNotesTx">
        <pc:chgData name="Jon Mikel Inza" userId="b45a1b6dd078dbfa" providerId="LiveId" clId="{AAB01CA5-0273-430E-99F3-CF0D2C3F7F5D}" dt="2026-03-12T19:57:03.760" v="6134" actId="20577"/>
        <pc:sldMkLst>
          <pc:docMk/>
          <pc:sldMk cId="474948201" sldId="289"/>
        </pc:sldMkLst>
        <pc:spChg chg="mod">
          <ac:chgData name="Jon Mikel Inza" userId="b45a1b6dd078dbfa" providerId="LiveId" clId="{AAB01CA5-0273-430E-99F3-CF0D2C3F7F5D}" dt="2026-03-09T22:08:11.467" v="5393" actId="20577"/>
          <ac:spMkLst>
            <pc:docMk/>
            <pc:sldMk cId="474948201" sldId="289"/>
            <ac:spMk id="2" creationId="{0514B9E6-598F-E1AB-8062-1B075226970A}"/>
          </ac:spMkLst>
        </pc:spChg>
        <pc:spChg chg="mod">
          <ac:chgData name="Jon Mikel Inza" userId="b45a1b6dd078dbfa" providerId="LiveId" clId="{AAB01CA5-0273-430E-99F3-CF0D2C3F7F5D}" dt="2026-03-11T20:19:05.974" v="5888" actId="20577"/>
          <ac:spMkLst>
            <pc:docMk/>
            <pc:sldMk cId="474948201" sldId="289"/>
            <ac:spMk id="4" creationId="{A84D07CF-9B8B-FDD4-A45E-CB66FE4966E4}"/>
          </ac:spMkLst>
        </pc:spChg>
      </pc:sldChg>
      <pc:sldChg chg="modSp add mod modNotesTx">
        <pc:chgData name="Jon Mikel Inza" userId="b45a1b6dd078dbfa" providerId="LiveId" clId="{AAB01CA5-0273-430E-99F3-CF0D2C3F7F5D}" dt="2026-03-11T20:19:26.888" v="5898" actId="6549"/>
        <pc:sldMkLst>
          <pc:docMk/>
          <pc:sldMk cId="2427881723" sldId="290"/>
        </pc:sldMkLst>
        <pc:spChg chg="mod">
          <ac:chgData name="Jon Mikel Inza" userId="b45a1b6dd078dbfa" providerId="LiveId" clId="{AAB01CA5-0273-430E-99F3-CF0D2C3F7F5D}" dt="2026-03-11T20:19:15.838" v="5891" actId="20577"/>
          <ac:spMkLst>
            <pc:docMk/>
            <pc:sldMk cId="2427881723" sldId="290"/>
            <ac:spMk id="2" creationId="{96F92BC8-B4A1-B63D-C1CA-5025A273EB96}"/>
          </ac:spMkLst>
        </pc:spChg>
        <pc:spChg chg="mod">
          <ac:chgData name="Jon Mikel Inza" userId="b45a1b6dd078dbfa" providerId="LiveId" clId="{AAB01CA5-0273-430E-99F3-CF0D2C3F7F5D}" dt="2026-03-11T20:19:22.754" v="5897" actId="20577"/>
          <ac:spMkLst>
            <pc:docMk/>
            <pc:sldMk cId="2427881723" sldId="290"/>
            <ac:spMk id="4" creationId="{28724F77-660B-E456-5A39-4E8CB5CCF4CE}"/>
          </ac:spMkLst>
        </pc:spChg>
      </pc:sldChg>
      <pc:sldChg chg="modSp new mod">
        <pc:chgData name="Jon Mikel Inza" userId="b45a1b6dd078dbfa" providerId="LiveId" clId="{AAB01CA5-0273-430E-99F3-CF0D2C3F7F5D}" dt="2026-03-12T21:09:58.728" v="6192"/>
        <pc:sldMkLst>
          <pc:docMk/>
          <pc:sldMk cId="3701496516" sldId="291"/>
        </pc:sldMkLst>
        <pc:spChg chg="mod">
          <ac:chgData name="Jon Mikel Inza" userId="b45a1b6dd078dbfa" providerId="LiveId" clId="{AAB01CA5-0273-430E-99F3-CF0D2C3F7F5D}" dt="2026-03-12T21:09:55.783" v="6191" actId="20577"/>
          <ac:spMkLst>
            <pc:docMk/>
            <pc:sldMk cId="3701496516" sldId="291"/>
            <ac:spMk id="2" creationId="{719531F4-694A-2C21-A604-7BC491B20189}"/>
          </ac:spMkLst>
        </pc:spChg>
        <pc:spChg chg="mod">
          <ac:chgData name="Jon Mikel Inza" userId="b45a1b6dd078dbfa" providerId="LiveId" clId="{AAB01CA5-0273-430E-99F3-CF0D2C3F7F5D}" dt="2026-03-12T21:09:58.728" v="6192"/>
          <ac:spMkLst>
            <pc:docMk/>
            <pc:sldMk cId="3701496516" sldId="291"/>
            <ac:spMk id="3" creationId="{45783FBA-40FF-8CA4-33F0-A32E8EF0C44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FEA79-4CE0-48E0-9C9A-906E740E0F0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255B4-1389-4CE9-9894-854820E38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32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255B4-1389-4CE9-9894-854820E3897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377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255B4-1389-4CE9-9894-854820E389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21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run -</a:t>
            </a:r>
            <a:r>
              <a:rPr lang="en-US" dirty="0" err="1"/>
              <a:t>ti</a:t>
            </a:r>
            <a:r>
              <a:rPr lang="en-US" dirty="0"/>
              <a:t> --rm --name multithreadTeltoDevice2SymJMI -e DPS_SECURITY_TYPE="</a:t>
            </a:r>
            <a:r>
              <a:rPr lang="en-US" dirty="0" err="1"/>
              <a:t>SymmetricKey</a:t>
            </a:r>
            <a:r>
              <a:rPr lang="en-US" dirty="0"/>
              <a:t>" -e TRANSPORT_TYPE="Mqtt" -e DPS_IDSCOPE=“XXXXX" -e DPS_PRIMARY_SYMMETRIC_KEY=“XXXXXXXXXXXXXXXXXXXXXXXXXXXXXXXXXXXXXXXXXXXX" -e MULTIDEVICE_DEVICE_COUNT="5" -e MULTIDEVICE_DEVICE_PREFIX="sim-e-" -e MULTIDEVICE_DEVICE_ID_FORMAT="test-d{0}"   -e "</a:t>
            </a:r>
            <a:r>
              <a:rPr lang="en-US" dirty="0" err="1"/>
              <a:t>simulationSettings</a:t>
            </a:r>
            <a:r>
              <a:rPr lang="en-US" dirty="0"/>
              <a:t>__</a:t>
            </a:r>
            <a:r>
              <a:rPr lang="en-US" dirty="0" err="1"/>
              <a:t>telemetrySchemaRelativePath</a:t>
            </a:r>
            <a:r>
              <a:rPr lang="en-US" dirty="0"/>
              <a:t>=https://YOUR_JSON_SCHEMA.json"  --network="host" jonmikeli/iot-simulator-dps-multi:10.2.867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255B4-1389-4CE9-9894-854820E3897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45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A8ED6-B573-6141-1731-AADF9D818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3AD26-D75F-FBF0-28CB-EBB0C2C0E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3A9E7-4DC2-A2A5-E06D-6B1D2F8CF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281E6-70B6-4B56-1C77-666328A4CC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D255B4-1389-4CE9-9894-854820E3897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559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72BA7-04D4-08D2-35CD-161059E97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514247-A19E-E6BD-0767-826A34FFAF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216F7-6AB6-3F1B-ED70-56887A409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2CC2-0122-45E1-B68C-9106C6136EA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AC99E-B342-3189-D745-65E3E419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39B29-8360-6CC8-0A7D-2C1C62DA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3412B-CF3B-45B1-A387-B45A56F5A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76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20D52-044E-CC60-E85A-0B918F530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141B4-4273-D45C-1D9D-EFF069A79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D9D41-688F-DC87-ABD3-3C2DA8187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2CC2-0122-45E1-B68C-9106C6136EA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C911D-A8D0-0CB9-D5E3-7E16F6261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6CF70-A9DD-2E77-F2A0-C568120E0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3412B-CF3B-45B1-A387-B45A56F5A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F18C-1075-9101-D237-A139AB8A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5E9935-697F-A10A-7119-D083F11F3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8DE64-88A3-5689-3F3A-1F5EF47B6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2CC2-0122-45E1-B68C-9106C6136EA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30BFA-E0F4-2213-C908-14B8F84FA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7C633-521E-547D-44A4-70A831CD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3412B-CF3B-45B1-A387-B45A56F5A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4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D7804-28F2-6EA4-E3E7-AF02BD5CF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F62B2-4A30-323E-2A89-7CCF7DAF6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A0DA6-1395-5096-9CC8-CF8050381C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7B3B96-155B-DB50-4703-B8EA15D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2CC2-0122-45E1-B68C-9106C6136EA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76A5B-4CA3-0D21-978E-565423301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C0DB4-3F6B-E328-6DF7-C21403E9F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3412B-CF3B-45B1-A387-B45A56F5A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31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C1583-526B-888B-0DB6-CF76CC58A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515E0-292B-3C7F-8682-ABF49B623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6175D-36BF-E4C8-6F09-BAAE6DC9F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2DBFDC-130A-3721-2929-FA0AE60981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88087-05DC-331A-99EE-72E6C681A7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688AC5-7D73-8A58-9B8E-0BE8DB940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2CC2-0122-45E1-B68C-9106C6136EA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775743-EC33-BC75-1FE2-E803D182C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E9E14A-6A8A-2B81-76B0-DE5DBE41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3412B-CF3B-45B1-A387-B45A56F5A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76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7082-FE5F-AF60-15B9-FA97AB894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8D68D0-E81A-D7A9-249A-A6C69FCB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2CC2-0122-45E1-B68C-9106C6136EA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B09DB-CD60-599F-8DFE-38A6BB896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B11ED-BBDE-5667-693D-9C4D0F989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3412B-CF3B-45B1-A387-B45A56F5A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00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2553C-17EA-1966-EF92-CF0261C0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2CC2-0122-45E1-B68C-9106C6136EA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581765-CACB-2629-A7F9-592F34098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CDED8-D36E-3A6F-C4C4-8E3880BEE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3412B-CF3B-45B1-A387-B45A56F5A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8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AA37-F467-575E-9C6A-8B80C9A82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E3F1B-A9C2-1316-C5D6-BAF72DFAF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FDF42-9337-7A0A-2C90-8B414CDA96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107B3-9FE7-AEA7-BE42-37620C38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2CC2-0122-45E1-B68C-9106C6136EA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7C0848-4886-33F8-1834-69B617DB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8DE135-7BEB-367B-62FD-D57D093EE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3412B-CF3B-45B1-A387-B45A56F5A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01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63102-4262-9CCB-FEA2-E6B34E089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061F4B-E5CF-6801-7544-9B1ECDB79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F413A-D35C-6C71-7C26-1F861BFF2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AD87B-83B0-F902-5104-6158F0787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2CC2-0122-45E1-B68C-9106C6136EA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3F1C5-A8A9-86E9-384C-A4B36AA3B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B4E3E-D3B8-9482-B396-240BB1CF7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3412B-CF3B-45B1-A387-B45A56F5A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93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C6F53-FFEF-C143-15F5-2DB3C0F9E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02F90-84E0-3A1D-A07E-4723442BA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CB819-134D-38C2-CBFE-87846957D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2CC2-0122-45E1-B68C-9106C6136EA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C803C-45A2-46F4-D7FF-96D26F3FB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383B4A-6F06-017F-2871-31F0EEDC0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3412B-CF3B-45B1-A387-B45A56F5A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10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B3EFD7-C503-C114-4641-4F0B02C48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15295B-EB91-22E1-23E1-F98FAEE14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EA637-0C64-306E-4A7E-9B3889055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C2CC2-0122-45E1-B68C-9106C6136EA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5DC74-6BCF-1F1A-9C31-CB73E3D8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4ED93-F436-A86D-681C-F4FC29517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23412B-CF3B-45B1-A387-B45A56F5A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3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A7C750-ECAB-5C66-9B4B-09AE0E53D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EB462-280F-9BBD-5414-D42D2A296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51ECE-5EB6-8923-47B0-8AF22BC5E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C2CC2-0122-45E1-B68C-9106C6136EA5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62DC6-1784-E4AC-F32E-B425D8791C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131B3-6C0F-87F3-659E-24CF25AF59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23412B-CF3B-45B1-A387-B45A56F5A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0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onmikeli/docs/blob/main/iot/tools/mobile-app/iot-simulator-mobileapp.md" TargetMode="External"/><Relationship Id="rId2" Type="http://schemas.openxmlformats.org/officeDocument/2006/relationships/hyperlink" Target="https://play.google.com/store/apps/details?id=jmi.iot.device.mobile2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uget.org/packages/JMI.Aspire.IoTSimulator.DPS.MultiDevice.Template/" TargetMode="External"/><Relationship Id="rId2" Type="http://schemas.openxmlformats.org/officeDocument/2006/relationships/hyperlink" Target="https://www.nuget.org/packages/JMI.Aspire.IoTSimulator.DPS.SingleDevice.Template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arketplace.visualstudio.com/items?itemName=JonMikelInza.AspireIoTSimulatorDPSMultiDeviceTemplate" TargetMode="External"/><Relationship Id="rId4" Type="http://schemas.openxmlformats.org/officeDocument/2006/relationships/hyperlink" Target="https://marketplace.visualstudio.com/items?itemName=JonMikelInza.AspireIoTSimulatorDPSSingleDeviceTemplate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7D5E2-6C67-D3FD-5D69-2D8C9C076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4404851" cy="2387600"/>
          </a:xfrm>
        </p:spPr>
        <p:txBody>
          <a:bodyPr/>
          <a:lstStyle/>
          <a:p>
            <a:pPr algn="l"/>
            <a:r>
              <a:rPr lang="en-US" dirty="0"/>
              <a:t>IoT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7C8B6-0D02-5709-AFEC-FB51F0A4ED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4404852" cy="1655762"/>
          </a:xfrm>
        </p:spPr>
        <p:txBody>
          <a:bodyPr/>
          <a:lstStyle/>
          <a:p>
            <a:pPr algn="l"/>
            <a:r>
              <a:rPr lang="en-US" dirty="0"/>
              <a:t>Development – Simulators</a:t>
            </a:r>
          </a:p>
          <a:p>
            <a:pPr algn="l"/>
            <a:r>
              <a:rPr lang="en-US" sz="1100" i="1" dirty="0"/>
              <a:t>Jon Mikel Inza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D3F45-B6A7-F81D-952D-E29FDECF9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314" y="1112019"/>
            <a:ext cx="2215002" cy="49800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563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02E1-CA1B-7D7A-76A3-CACE4AB4D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F81F6-6E3D-1603-A23B-CC9C18ABD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IoT flows and solutions (reminder)</a:t>
            </a:r>
          </a:p>
          <a:p>
            <a:r>
              <a:rPr lang="en-US" dirty="0"/>
              <a:t>Azure IoT main services</a:t>
            </a:r>
          </a:p>
          <a:p>
            <a:r>
              <a:rPr lang="en-US" dirty="0"/>
              <a:t>Why a device simulator tool ?</a:t>
            </a:r>
          </a:p>
          <a:p>
            <a:r>
              <a:rPr lang="en-US" dirty="0"/>
              <a:t>Mobile IoT device simulator</a:t>
            </a:r>
          </a:p>
          <a:p>
            <a:r>
              <a:rPr lang="en-US" dirty="0"/>
              <a:t>Q/A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384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7966C7-41AF-9641-DC99-2C4B51AEF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305" y="1343818"/>
            <a:ext cx="7501390" cy="5372941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712ACD5-B5BD-B5F0-ED81-75EF7D706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16463"/>
            <a:ext cx="10515600" cy="1325563"/>
          </a:xfrm>
        </p:spPr>
        <p:txBody>
          <a:bodyPr/>
          <a:lstStyle/>
          <a:p>
            <a:r>
              <a:rPr lang="en-US" dirty="0"/>
              <a:t>IoT Solutions – Global view</a:t>
            </a:r>
          </a:p>
        </p:txBody>
      </p:sp>
    </p:spTree>
    <p:extLst>
      <p:ext uri="{BB962C8B-B14F-4D97-AF65-F5344CB8AC3E}">
        <p14:creationId xmlns:p14="http://schemas.microsoft.com/office/powerpoint/2010/main" val="2667253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34CF5-2E7C-9906-1E24-7174E38E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FE61BD-CE83-63FF-8AEA-48A6EF852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40089" y="1212025"/>
            <a:ext cx="8511822" cy="563652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891017-6CF1-496A-28CD-A15E6E11C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16463"/>
            <a:ext cx="10515600" cy="1325563"/>
          </a:xfrm>
        </p:spPr>
        <p:txBody>
          <a:bodyPr/>
          <a:lstStyle/>
          <a:p>
            <a:r>
              <a:rPr lang="en-US" dirty="0"/>
              <a:t>IoT Solutions – Azure IoT</a:t>
            </a:r>
          </a:p>
        </p:txBody>
      </p:sp>
    </p:spTree>
    <p:extLst>
      <p:ext uri="{BB962C8B-B14F-4D97-AF65-F5344CB8AC3E}">
        <p14:creationId xmlns:p14="http://schemas.microsoft.com/office/powerpoint/2010/main" val="1759435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08A06-2AB3-C556-7AA5-FCCA603D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937A58-2213-6337-9AB1-505BB9DEC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6511" y="1140179"/>
            <a:ext cx="8658978" cy="562634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32CD10E-5183-1C9A-624F-BF11D5C2F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16463"/>
            <a:ext cx="10515600" cy="1325563"/>
          </a:xfrm>
        </p:spPr>
        <p:txBody>
          <a:bodyPr/>
          <a:lstStyle/>
          <a:p>
            <a:r>
              <a:rPr lang="en-US" dirty="0"/>
              <a:t>IoT Solutions – Device view</a:t>
            </a:r>
          </a:p>
        </p:txBody>
      </p:sp>
    </p:spTree>
    <p:extLst>
      <p:ext uri="{BB962C8B-B14F-4D97-AF65-F5344CB8AC3E}">
        <p14:creationId xmlns:p14="http://schemas.microsoft.com/office/powerpoint/2010/main" val="1282955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E4DAF-6FD1-8E32-3BB3-721B9A3C6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4D2E7-17A1-40C9-0155-B376C5BB0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Flows 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BBF0A-DA7B-0024-6EC6-566769AE7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D2C, Device To Cloud</a:t>
            </a:r>
          </a:p>
          <a:p>
            <a:pPr lvl="1"/>
            <a:r>
              <a:rPr lang="en-US" dirty="0"/>
              <a:t>Telemetry or other (warnings, alerts,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Twin reported properties</a:t>
            </a:r>
          </a:p>
          <a:p>
            <a:r>
              <a:rPr lang="en-US" dirty="0"/>
              <a:t>C2D, Cloud To Device</a:t>
            </a:r>
          </a:p>
          <a:p>
            <a:pPr lvl="1"/>
            <a:r>
              <a:rPr lang="en-US" dirty="0"/>
              <a:t>Direct Methods</a:t>
            </a:r>
          </a:p>
          <a:p>
            <a:pPr lvl="1"/>
            <a:r>
              <a:rPr lang="en-US" dirty="0"/>
              <a:t>Messages</a:t>
            </a:r>
          </a:p>
          <a:p>
            <a:pPr lvl="1"/>
            <a:r>
              <a:rPr lang="en-US" dirty="0"/>
              <a:t>Twin Desired Properties</a:t>
            </a:r>
          </a:p>
        </p:txBody>
      </p:sp>
    </p:spTree>
    <p:extLst>
      <p:ext uri="{BB962C8B-B14F-4D97-AF65-F5344CB8AC3E}">
        <p14:creationId xmlns:p14="http://schemas.microsoft.com/office/powerpoint/2010/main" val="1776343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1C54-80C9-1EA1-26C5-E43135076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IoT – main services (not exhaustive)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529CE-B1DC-DFF8-2D56-BFD829DDE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Azure IoT Hub</a:t>
            </a:r>
          </a:p>
          <a:p>
            <a:r>
              <a:rPr lang="en-US" dirty="0"/>
              <a:t>Azure IoT Hub Device Provisioning Service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Azure Device Registry (New)</a:t>
            </a:r>
          </a:p>
          <a:p>
            <a:r>
              <a:rPr lang="en-US" dirty="0"/>
              <a:t>Azure IoT Hub Update Service</a:t>
            </a:r>
          </a:p>
          <a:p>
            <a:r>
              <a:rPr lang="en-US" dirty="0"/>
              <a:t>Azure IoT Operations</a:t>
            </a:r>
          </a:p>
          <a:p>
            <a:r>
              <a:rPr lang="en-US" dirty="0"/>
              <a:t>Azure IoT Edge</a:t>
            </a:r>
          </a:p>
          <a:p>
            <a:endParaRPr lang="en-US" dirty="0"/>
          </a:p>
          <a:p>
            <a:r>
              <a:rPr lang="en-US" dirty="0"/>
              <a:t>Azure Event Hub, Azure Service Bus, Azure Event Grid</a:t>
            </a:r>
          </a:p>
          <a:p>
            <a:r>
              <a:rPr lang="en-US" dirty="0"/>
              <a:t>Azure Stream Analytics</a:t>
            </a:r>
          </a:p>
          <a:p>
            <a:r>
              <a:rPr lang="en-US" dirty="0"/>
              <a:t>Microsoft Fabric (Data Factory, Analytics Databases, Real-Time Intelligence, IQ, Power BI)</a:t>
            </a:r>
          </a:p>
          <a:p>
            <a:r>
              <a:rPr lang="en-US" dirty="0"/>
              <a:t>Azure Data Explorer, Azure Storage, Azure Database, Azure </a:t>
            </a:r>
            <a:r>
              <a:rPr lang="en-US" dirty="0" err="1"/>
              <a:t>ComosDB</a:t>
            </a:r>
            <a:endParaRPr lang="en-US" dirty="0"/>
          </a:p>
          <a:p>
            <a:r>
              <a:rPr lang="en-US" dirty="0"/>
              <a:t>Azure Maps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410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A4560-CCAF-5089-EF2E-4B0562238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IoT Device Simulator – The “Why”?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4072B-4A05-D66E-FF08-319ACC726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IoT Solutions developers’ “needs”:</a:t>
            </a:r>
          </a:p>
          <a:p>
            <a:pPr lvl="1"/>
            <a:r>
              <a:rPr lang="en-US" dirty="0"/>
              <a:t>Have a way to have different devices with different DPSs</a:t>
            </a:r>
          </a:p>
          <a:p>
            <a:pPr lvl="1"/>
            <a:r>
              <a:rPr lang="en-US" dirty="0"/>
              <a:t>Have a way to validate different types of provisioning, DPS configurations (default Twin properties) and all the flows (desired/reported properties)</a:t>
            </a:r>
          </a:p>
          <a:p>
            <a:pPr lvl="1"/>
            <a:r>
              <a:rPr lang="en-US" dirty="0"/>
              <a:t>Have a way to send different types of telemetry (schemas)</a:t>
            </a:r>
          </a:p>
          <a:p>
            <a:pPr lvl="1"/>
            <a:r>
              <a:rPr lang="en-US" dirty="0"/>
              <a:t>Have a way to validate different types of interactions through the different solutions and according to specific settings in each solution</a:t>
            </a:r>
          </a:p>
        </p:txBody>
      </p:sp>
    </p:spTree>
    <p:extLst>
      <p:ext uri="{BB962C8B-B14F-4D97-AF65-F5344CB8AC3E}">
        <p14:creationId xmlns:p14="http://schemas.microsoft.com/office/powerpoint/2010/main" val="3700143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702623-B8D0-0105-0D66-CEA06C8A9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499" y="938981"/>
            <a:ext cx="2215002" cy="49800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ED1B12E-6C23-4ED6-7818-876853A9B3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09667" y="5159022"/>
            <a:ext cx="2393244" cy="239324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71CA7F1-7C8A-A76B-6C90-0D29548AA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338689" cy="1325563"/>
          </a:xfrm>
        </p:spPr>
        <p:txBody>
          <a:bodyPr/>
          <a:lstStyle/>
          <a:p>
            <a:r>
              <a:rPr lang="en-US" dirty="0"/>
              <a:t>The App</a:t>
            </a:r>
          </a:p>
        </p:txBody>
      </p:sp>
    </p:spTree>
    <p:extLst>
      <p:ext uri="{BB962C8B-B14F-4D97-AF65-F5344CB8AC3E}">
        <p14:creationId xmlns:p14="http://schemas.microsoft.com/office/powerpoint/2010/main" val="378518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8212C-3D3B-E308-D249-B5A9D5D58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Simulators-Android-Main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54B3E-35C1-7921-86E3-6F88B0EFE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Add as many DPSs as you want</a:t>
            </a:r>
          </a:p>
          <a:p>
            <a:r>
              <a:rPr lang="en-US" dirty="0"/>
              <a:t>Provision as many devices as you want</a:t>
            </a:r>
          </a:p>
          <a:p>
            <a:r>
              <a:rPr lang="en-US" dirty="0"/>
              <a:t>Each device has its own simulation settings</a:t>
            </a:r>
          </a:p>
          <a:p>
            <a:r>
              <a:rPr lang="en-US" dirty="0"/>
              <a:t>Most of the D2C/C2D features in the IoT C# SDK are implemented</a:t>
            </a:r>
          </a:p>
          <a:p>
            <a:pPr lvl="1"/>
            <a:r>
              <a:rPr lang="en-US" dirty="0"/>
              <a:t>Provisioning (SAS and X509)</a:t>
            </a:r>
          </a:p>
          <a:p>
            <a:pPr lvl="1"/>
            <a:r>
              <a:rPr lang="en-US" dirty="0"/>
              <a:t>Telemetry (with random content based on a configurable JSON Schema, and configurable rate)</a:t>
            </a:r>
          </a:p>
          <a:p>
            <a:pPr lvl="1"/>
            <a:r>
              <a:rPr lang="en-US" dirty="0"/>
              <a:t>Device Twin Reported properties</a:t>
            </a:r>
          </a:p>
          <a:p>
            <a:pPr lvl="1"/>
            <a:r>
              <a:rPr lang="en-US" dirty="0"/>
              <a:t>Device Twin Desired properties</a:t>
            </a:r>
          </a:p>
          <a:p>
            <a:pPr lvl="1"/>
            <a:r>
              <a:rPr lang="en-US" dirty="0"/>
              <a:t>Direct Methods (generic and some specific like </a:t>
            </a:r>
            <a:r>
              <a:rPr lang="en-US" dirty="0" err="1"/>
              <a:t>SetTelemetryInterval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r>
              <a:rPr lang="en-US" dirty="0"/>
              <a:t>https://github.com/jonmikeli/docs/blob/main/iot/tools/mobile-app/iot-simulator-mobileapp.md#telemetry-interval</a:t>
            </a:r>
          </a:p>
          <a:p>
            <a:pPr lvl="1"/>
            <a:r>
              <a:rPr lang="en-US" dirty="0"/>
              <a:t>C2D Messages</a:t>
            </a:r>
          </a:p>
        </p:txBody>
      </p:sp>
    </p:spTree>
    <p:extLst>
      <p:ext uri="{BB962C8B-B14F-4D97-AF65-F5344CB8AC3E}">
        <p14:creationId xmlns:p14="http://schemas.microsoft.com/office/powerpoint/2010/main" val="3375890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88164-BAA1-B9A5-125C-EE022C087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7855-AFFA-8DF0-60F9-89453C32F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aspects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445BD-3760-BF80-07BC-0DEA2EAC6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MAUI - Android</a:t>
            </a:r>
          </a:p>
          <a:p>
            <a:r>
              <a:rPr lang="en-US" dirty="0"/>
              <a:t>.NET 10</a:t>
            </a:r>
          </a:p>
          <a:p>
            <a:r>
              <a:rPr lang="en-US" dirty="0"/>
              <a:t>Integrates a “light” version of a richer implementation of the simulator</a:t>
            </a:r>
          </a:p>
        </p:txBody>
      </p:sp>
    </p:spTree>
    <p:extLst>
      <p:ext uri="{BB962C8B-B14F-4D97-AF65-F5344CB8AC3E}">
        <p14:creationId xmlns:p14="http://schemas.microsoft.com/office/powerpoint/2010/main" val="1717284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F11D-35B2-E936-3476-347932A10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338689" cy="1325563"/>
          </a:xfrm>
        </p:spPr>
        <p:txBody>
          <a:bodyPr/>
          <a:lstStyle/>
          <a:p>
            <a:r>
              <a:rPr lang="en-US" dirty="0"/>
              <a:t>Add a DPS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2470B2-F84F-98E3-8E5A-59E09E32B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237" y="624348"/>
            <a:ext cx="2508544" cy="5609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0BDB98-D882-236B-0FCF-89C90A9CA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221" y="624348"/>
            <a:ext cx="2490554" cy="5609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8858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C48C-F754-4C98-4C5C-482B8460E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Provision a device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F63879-F559-EDC1-BE8A-6ADA724EC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298" y="840658"/>
            <a:ext cx="2315200" cy="51766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224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7489A-AF3D-5E63-649A-E17A7D48D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simulation settings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0D9121-DD64-9AA2-D364-68B4C0BCA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6444" y="840658"/>
            <a:ext cx="2331562" cy="51766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9552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16DA5-971D-696E-0CB4-9EB35517C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simulation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802DBA-B148-3542-AAD2-395A7A99E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447" y="840658"/>
            <a:ext cx="2314404" cy="51766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5601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C209-9141-9B5A-D611-9E008AA42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379D6C-7FC6-99FA-DD7C-FE5CAF518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App</a:t>
            </a:r>
          </a:p>
        </p:txBody>
      </p:sp>
    </p:spTree>
    <p:extLst>
      <p:ext uri="{BB962C8B-B14F-4D97-AF65-F5344CB8AC3E}">
        <p14:creationId xmlns:p14="http://schemas.microsoft.com/office/powerpoint/2010/main" val="2201827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03A0E-5DB7-BDD3-9D44-B4BD1715F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05638-DD41-D478-84CF-8A15C8EE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Simulators – All the different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2C6BD-1C5E-2F29-5BCB-13F32E207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Mobile</a:t>
            </a:r>
          </a:p>
          <a:p>
            <a:pPr lvl="1"/>
            <a:r>
              <a:rPr lang="en-US" dirty="0"/>
              <a:t>Regular</a:t>
            </a:r>
          </a:p>
          <a:p>
            <a:pPr lvl="1"/>
            <a:r>
              <a:rPr lang="en-US" dirty="0" err="1"/>
              <a:t>Teltonika</a:t>
            </a:r>
            <a:r>
              <a:rPr lang="en-US" dirty="0"/>
              <a:t> version</a:t>
            </a:r>
          </a:p>
          <a:p>
            <a:r>
              <a:rPr lang="en-US" dirty="0"/>
              <a:t>Containerized</a:t>
            </a:r>
          </a:p>
          <a:p>
            <a:pPr lvl="1"/>
            <a:r>
              <a:rPr lang="en-US" dirty="0"/>
              <a:t>Single device (Docker Hub)</a:t>
            </a:r>
          </a:p>
          <a:p>
            <a:pPr lvl="1"/>
            <a:r>
              <a:rPr lang="en-US" dirty="0"/>
              <a:t>Multidevice (Docker Hub)</a:t>
            </a:r>
          </a:p>
          <a:p>
            <a:pPr lvl="1"/>
            <a:r>
              <a:rPr lang="en-US" dirty="0"/>
              <a:t>IoT Aspire solution</a:t>
            </a:r>
          </a:p>
          <a:p>
            <a:r>
              <a:rPr lang="en-US" dirty="0"/>
              <a:t>Others in progress (ex: MCP Server for the simulators)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111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4695F-D4F4-0702-AC24-AEBC02844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4B9E6-598F-E1AB-8062-1B0752269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4D07CF-9B8B-FDD4-A45E-CB66FE4966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Container</a:t>
            </a:r>
          </a:p>
        </p:txBody>
      </p:sp>
    </p:spTree>
    <p:extLst>
      <p:ext uri="{BB962C8B-B14F-4D97-AF65-F5344CB8AC3E}">
        <p14:creationId xmlns:p14="http://schemas.microsoft.com/office/powerpoint/2010/main" val="474948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75F2F-08D8-74D3-2401-34B4435CB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92BC8-B4A1-B63D-C1CA-5025A273E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724F77-660B-E456-5A39-4E8CB5CCF4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Aspire</a:t>
            </a:r>
          </a:p>
        </p:txBody>
      </p:sp>
    </p:spTree>
    <p:extLst>
      <p:ext uri="{BB962C8B-B14F-4D97-AF65-F5344CB8AC3E}">
        <p14:creationId xmlns:p14="http://schemas.microsoft.com/office/powerpoint/2010/main" val="2427881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DBB41D-65BA-B268-D241-4917AB43D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22F214-30CA-6F99-BCBB-4807337747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95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724E4-7D56-1117-8E2C-97D84204F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BB2802-C2C8-0954-69CB-7E58A9EAB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98EB0B-574E-624F-D086-23EB60951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77930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A0BDA9-BFE0-6D82-CFBA-77EA956A8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resources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51C81-718F-5D69-6EE7-269BAFACC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050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BD030-0B46-B3C6-004A-D6D3C675F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B2A1B-CF6C-E511-CC34-D317BD13F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Google Play link</a:t>
            </a:r>
          </a:p>
          <a:p>
            <a:pPr lvl="1"/>
            <a:r>
              <a:rPr lang="en-US" dirty="0">
                <a:hlinkClick r:id="rId2"/>
              </a:rPr>
              <a:t>https://play.google.com/store/apps/details?id=jmi.iot.device.mobile2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Detailed documentation</a:t>
            </a:r>
          </a:p>
          <a:p>
            <a:pPr lvl="1"/>
            <a:r>
              <a:rPr lang="en-US" dirty="0">
                <a:hlinkClick r:id="rId3"/>
              </a:rPr>
              <a:t>https://github.com/jonmikeli/docs/blob/main/iot/tools/mobile-app/iot-simulator-mobileapp.md</a:t>
            </a:r>
            <a:endParaRPr lang="en-US" dirty="0"/>
          </a:p>
          <a:p>
            <a:r>
              <a:rPr lang="en-US" dirty="0"/>
              <a:t>GitHub</a:t>
            </a:r>
          </a:p>
          <a:p>
            <a:pPr lvl="1"/>
            <a:r>
              <a:rPr lang="en-US" dirty="0"/>
              <a:t>https://github.com/jonmikeli/mobile-iot-client-net10-shared</a:t>
            </a:r>
          </a:p>
          <a:p>
            <a:r>
              <a:rPr lang="en-US" dirty="0"/>
              <a:t>Azure IoT Hub</a:t>
            </a:r>
          </a:p>
          <a:p>
            <a:pPr lvl="1"/>
            <a:r>
              <a:rPr lang="en-US" dirty="0"/>
              <a:t>https://azure.microsoft.com/fr-fr/products/iot-hub</a:t>
            </a:r>
          </a:p>
          <a:p>
            <a:r>
              <a:rPr lang="en-US" dirty="0"/>
              <a:t>IoT Hub SDK C#</a:t>
            </a:r>
          </a:p>
          <a:p>
            <a:pPr lvl="1"/>
            <a:r>
              <a:rPr lang="en-US" dirty="0"/>
              <a:t>https://github.com/Azure/azure-iot-sdk-csharp</a:t>
            </a:r>
          </a:p>
        </p:txBody>
      </p:sp>
    </p:spTree>
    <p:extLst>
      <p:ext uri="{BB962C8B-B14F-4D97-AF65-F5344CB8AC3E}">
        <p14:creationId xmlns:p14="http://schemas.microsoft.com/office/powerpoint/2010/main" val="3046908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BF32D-60BA-3608-F62D-6EBFB6430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Container-Single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C7264-03B7-0D6F-5D8C-10C455323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Same features as mobile app</a:t>
            </a:r>
          </a:p>
          <a:p>
            <a:r>
              <a:rPr lang="en-US" dirty="0"/>
              <a:t>Plus:</a:t>
            </a:r>
          </a:p>
          <a:p>
            <a:pPr lvl="1"/>
            <a:r>
              <a:rPr lang="en-US" dirty="0"/>
              <a:t>cli approach (making it </a:t>
            </a:r>
            <a:r>
              <a:rPr lang="en-US" dirty="0" err="1"/>
              <a:t>industrializable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More robust X509 integration</a:t>
            </a:r>
          </a:p>
          <a:p>
            <a:r>
              <a:rPr lang="en-US" dirty="0"/>
              <a:t>Container:</a:t>
            </a:r>
          </a:p>
          <a:p>
            <a:pPr marL="0" indent="0">
              <a:buNone/>
            </a:pPr>
            <a:r>
              <a:rPr lang="sv-SE" dirty="0"/>
              <a:t>docker pull jonmikeli/iot-simulator-dps:10.0.892</a:t>
            </a:r>
            <a:endParaRPr lang="en-US" dirty="0"/>
          </a:p>
          <a:p>
            <a:r>
              <a:rPr lang="en-US" dirty="0"/>
              <a:t>Documentation: https://github.com/jonmikeli/docs/blob/main/iot/tools/simulators/iot-simulator-single-device-container.md</a:t>
            </a:r>
          </a:p>
        </p:txBody>
      </p:sp>
    </p:spTree>
    <p:extLst>
      <p:ext uri="{BB962C8B-B14F-4D97-AF65-F5344CB8AC3E}">
        <p14:creationId xmlns:p14="http://schemas.microsoft.com/office/powerpoint/2010/main" val="1486593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C94E1-7703-BDE1-0A37-B68D960C3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53F15-7F6D-D111-5205-1A670E674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Container-Multi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87C31-6533-1658-A783-AE8F7C5E0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Same features as mobile app</a:t>
            </a:r>
          </a:p>
          <a:p>
            <a:r>
              <a:rPr lang="en-US" dirty="0"/>
              <a:t>Plus:</a:t>
            </a:r>
          </a:p>
          <a:p>
            <a:pPr lvl="1"/>
            <a:r>
              <a:rPr lang="en-US" dirty="0"/>
              <a:t>cli approach (making it </a:t>
            </a:r>
            <a:r>
              <a:rPr lang="en-US" dirty="0" err="1"/>
              <a:t>industrializable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No X509 features</a:t>
            </a:r>
          </a:p>
          <a:p>
            <a:r>
              <a:rPr lang="en-US" dirty="0"/>
              <a:t>Container:</a:t>
            </a:r>
          </a:p>
          <a:p>
            <a:pPr marL="0" indent="0">
              <a:buNone/>
            </a:pPr>
            <a:r>
              <a:rPr lang="en-US" dirty="0"/>
              <a:t>docker pull jonmikeli/iot-simulator-dps-multi:10.2.867</a:t>
            </a:r>
          </a:p>
          <a:p>
            <a:r>
              <a:rPr lang="en-US" dirty="0"/>
              <a:t>Documentation:</a:t>
            </a:r>
          </a:p>
          <a:p>
            <a:pPr marL="0" indent="0">
              <a:buNone/>
            </a:pPr>
            <a:r>
              <a:rPr lang="en-US" dirty="0"/>
              <a:t>https://github.com/jonmikeli/docs/blob/main/iot/tools/simulators/iot-simulator-multi-device-container.md</a:t>
            </a:r>
          </a:p>
        </p:txBody>
      </p:sp>
    </p:spTree>
    <p:extLst>
      <p:ext uri="{BB962C8B-B14F-4D97-AF65-F5344CB8AC3E}">
        <p14:creationId xmlns:p14="http://schemas.microsoft.com/office/powerpoint/2010/main" val="2651461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8D1FF-F263-F7C3-B963-4B36ACE3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ED35E-806D-E9C2-E65F-6804534C9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Aspire-Multi device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B84A3-523E-B08D-8472-473F62BC2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.NET CLI and Visual Studio Extension (VSIX) to create such solutions</a:t>
            </a:r>
          </a:p>
          <a:p>
            <a:r>
              <a:rPr lang="en-US" dirty="0"/>
              <a:t>NuGet</a:t>
            </a:r>
          </a:p>
          <a:p>
            <a:pPr lvl="1"/>
            <a:r>
              <a:rPr lang="en-US" dirty="0">
                <a:hlinkClick r:id="rId2"/>
              </a:rPr>
              <a:t>https://www.nuget.org/packages/JMI.Aspire.IoTSimulator.DPS.SingleDevice.Template/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https://www.nuget.org/packages/JMI.Aspire.IoTSimulator.DPS.MultiDevice.Template/</a:t>
            </a:r>
            <a:endParaRPr lang="en-US" dirty="0"/>
          </a:p>
          <a:p>
            <a:r>
              <a:rPr lang="en-US" dirty="0"/>
              <a:t>VSIX</a:t>
            </a:r>
          </a:p>
          <a:p>
            <a:pPr lvl="1"/>
            <a:r>
              <a:rPr lang="en-US" dirty="0">
                <a:hlinkClick r:id="rId4"/>
              </a:rPr>
              <a:t>https://marketplace.visualstudio.com/items?itemName=JonMikelInza.AspireIoTSimulatorDPSSingleDeviceTemplate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https://marketplace.visualstudio.com/items?itemName=JonMikelInza.AspireIoTSimulatorDPSMultiDeviceTemplate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7499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531F4-694A-2C21-A604-7BC491B20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Simulator Git 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83FBA-40FF-8CA4-33F0-A32E8EF0C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https://github.com/jonmikeli/mobile-iot-client-net10-shared</a:t>
            </a:r>
          </a:p>
        </p:txBody>
      </p:sp>
    </p:spTree>
    <p:extLst>
      <p:ext uri="{BB962C8B-B14F-4D97-AF65-F5344CB8AC3E}">
        <p14:creationId xmlns:p14="http://schemas.microsoft.com/office/powerpoint/2010/main" val="3701496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</Words>
  <Application>Microsoft Office PowerPoint</Application>
  <PresentationFormat>Widescreen</PresentationFormat>
  <Paragraphs>122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IoT Solutions</vt:lpstr>
      <vt:lpstr>Agenda</vt:lpstr>
      <vt:lpstr>IoT Solutions – Global view</vt:lpstr>
      <vt:lpstr>IoT Solutions – Azure IoT</vt:lpstr>
      <vt:lpstr>IoT Solutions – Device view</vt:lpstr>
      <vt:lpstr>IoT Flows reminder</vt:lpstr>
      <vt:lpstr>Azure IoT – main services (not exhaustive)</vt:lpstr>
      <vt:lpstr>IoT Device Simulator – The “Why”?</vt:lpstr>
      <vt:lpstr>The App</vt:lpstr>
      <vt:lpstr>Simulators-Android-Main Features</vt:lpstr>
      <vt:lpstr>Technical aspects</vt:lpstr>
      <vt:lpstr>Add a DPS</vt:lpstr>
      <vt:lpstr>Provision a device</vt:lpstr>
      <vt:lpstr>Configure simulation settings</vt:lpstr>
      <vt:lpstr>Start simulation</vt:lpstr>
      <vt:lpstr>Demo1</vt:lpstr>
      <vt:lpstr>Simulators – All the different types</vt:lpstr>
      <vt:lpstr>Demo2</vt:lpstr>
      <vt:lpstr>Demo3</vt:lpstr>
      <vt:lpstr>Q/A</vt:lpstr>
      <vt:lpstr>Thank you</vt:lpstr>
      <vt:lpstr>Additional resources</vt:lpstr>
      <vt:lpstr>Resources</vt:lpstr>
      <vt:lpstr>Container-Single device</vt:lpstr>
      <vt:lpstr>Container-Multi device</vt:lpstr>
      <vt:lpstr>Aspire-Multi device</vt:lpstr>
      <vt:lpstr>Device Simulator Git 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 Mikel Inza</dc:creator>
  <cp:lastModifiedBy>Jon Mikel Inza</cp:lastModifiedBy>
  <cp:revision>1</cp:revision>
  <dcterms:created xsi:type="dcterms:W3CDTF">2026-02-08T19:07:22Z</dcterms:created>
  <dcterms:modified xsi:type="dcterms:W3CDTF">2026-03-12T21:10:11Z</dcterms:modified>
</cp:coreProperties>
</file>