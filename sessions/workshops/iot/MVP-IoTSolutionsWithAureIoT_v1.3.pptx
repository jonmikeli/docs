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2" r:id="rId4"/>
    <p:sldId id="264" r:id="rId5"/>
    <p:sldId id="271" r:id="rId6"/>
    <p:sldId id="261" r:id="rId7"/>
    <p:sldId id="276" r:id="rId8"/>
    <p:sldId id="269" r:id="rId9"/>
    <p:sldId id="273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03ADA-7F3C-4567-B0C6-9BE92BA827BB}" v="8" dt="2023-05-14T09:05:07.075"/>
    <p1510:client id="{A6B56FA1-BA5C-48C7-9CF4-684D065283E0}" v="2" dt="2023-05-14T20:19:05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 Mikel Inza" userId="b45a1b6dd078dbfa" providerId="LiveId" clId="{33403ADA-7F3C-4567-B0C6-9BE92BA827BB}"/>
    <pc:docChg chg="undo custSel addSld delSld modSld sldOrd">
      <pc:chgData name="Jon Mikel Inza" userId="b45a1b6dd078dbfa" providerId="LiveId" clId="{33403ADA-7F3C-4567-B0C6-9BE92BA827BB}" dt="2023-05-14T09:22:52.211" v="3167" actId="20577"/>
      <pc:docMkLst>
        <pc:docMk/>
      </pc:docMkLst>
      <pc:sldChg chg="modSp new mod">
        <pc:chgData name="Jon Mikel Inza" userId="b45a1b6dd078dbfa" providerId="LiveId" clId="{33403ADA-7F3C-4567-B0C6-9BE92BA827BB}" dt="2023-05-13T14:55:37.737" v="268" actId="20577"/>
        <pc:sldMkLst>
          <pc:docMk/>
          <pc:sldMk cId="4268365580" sldId="257"/>
        </pc:sldMkLst>
        <pc:spChg chg="mod">
          <ac:chgData name="Jon Mikel Inza" userId="b45a1b6dd078dbfa" providerId="LiveId" clId="{33403ADA-7F3C-4567-B0C6-9BE92BA827BB}" dt="2023-05-13T14:47:01.823" v="14" actId="20577"/>
          <ac:spMkLst>
            <pc:docMk/>
            <pc:sldMk cId="4268365580" sldId="257"/>
            <ac:spMk id="2" creationId="{13CB524A-26A6-30DA-D921-E431E8318293}"/>
          </ac:spMkLst>
        </pc:spChg>
        <pc:spChg chg="mod">
          <ac:chgData name="Jon Mikel Inza" userId="b45a1b6dd078dbfa" providerId="LiveId" clId="{33403ADA-7F3C-4567-B0C6-9BE92BA827BB}" dt="2023-05-13T14:55:37.737" v="268" actId="20577"/>
          <ac:spMkLst>
            <pc:docMk/>
            <pc:sldMk cId="4268365580" sldId="257"/>
            <ac:spMk id="3" creationId="{375583DB-3707-1133-E0D6-EDC327AF5E37}"/>
          </ac:spMkLst>
        </pc:spChg>
      </pc:sldChg>
      <pc:sldChg chg="addSp delSp modSp new mod">
        <pc:chgData name="Jon Mikel Inza" userId="b45a1b6dd078dbfa" providerId="LiveId" clId="{33403ADA-7F3C-4567-B0C6-9BE92BA827BB}" dt="2023-05-13T15:05:16.365" v="885" actId="20577"/>
        <pc:sldMkLst>
          <pc:docMk/>
          <pc:sldMk cId="3090430623" sldId="258"/>
        </pc:sldMkLst>
        <pc:spChg chg="mod">
          <ac:chgData name="Jon Mikel Inza" userId="b45a1b6dd078dbfa" providerId="LiveId" clId="{33403ADA-7F3C-4567-B0C6-9BE92BA827BB}" dt="2023-05-13T14:55:51.231" v="298" actId="20577"/>
          <ac:spMkLst>
            <pc:docMk/>
            <pc:sldMk cId="3090430623" sldId="258"/>
            <ac:spMk id="2" creationId="{7B0E6A95-1083-51BF-5380-9BAAF48E9DAB}"/>
          </ac:spMkLst>
        </pc:spChg>
        <pc:spChg chg="mod">
          <ac:chgData name="Jon Mikel Inza" userId="b45a1b6dd078dbfa" providerId="LiveId" clId="{33403ADA-7F3C-4567-B0C6-9BE92BA827BB}" dt="2023-05-13T15:05:16.365" v="885" actId="20577"/>
          <ac:spMkLst>
            <pc:docMk/>
            <pc:sldMk cId="3090430623" sldId="258"/>
            <ac:spMk id="3" creationId="{9A90FAD7-2D8A-B44F-100C-8C8BE49C4A4E}"/>
          </ac:spMkLst>
        </pc:spChg>
        <pc:picChg chg="add del">
          <ac:chgData name="Jon Mikel Inza" userId="b45a1b6dd078dbfa" providerId="LiveId" clId="{33403ADA-7F3C-4567-B0C6-9BE92BA827BB}" dt="2023-05-13T15:00:55.701" v="468" actId="22"/>
          <ac:picMkLst>
            <pc:docMk/>
            <pc:sldMk cId="3090430623" sldId="258"/>
            <ac:picMk id="5" creationId="{AEE96FB1-0D9C-B552-E6C9-5FE9AB0F6647}"/>
          </ac:picMkLst>
        </pc:picChg>
      </pc:sldChg>
      <pc:sldChg chg="modSp new del mod">
        <pc:chgData name="Jon Mikel Inza" userId="b45a1b6dd078dbfa" providerId="LiveId" clId="{33403ADA-7F3C-4567-B0C6-9BE92BA827BB}" dt="2023-05-14T07:38:28.578" v="2940" actId="47"/>
        <pc:sldMkLst>
          <pc:docMk/>
          <pc:sldMk cId="2654024524" sldId="259"/>
        </pc:sldMkLst>
        <pc:spChg chg="mod">
          <ac:chgData name="Jon Mikel Inza" userId="b45a1b6dd078dbfa" providerId="LiveId" clId="{33403ADA-7F3C-4567-B0C6-9BE92BA827BB}" dt="2023-05-13T15:00:12.086" v="466" actId="20577"/>
          <ac:spMkLst>
            <pc:docMk/>
            <pc:sldMk cId="2654024524" sldId="259"/>
            <ac:spMk id="2" creationId="{19A5A735-46F2-0DF4-F090-319805AFA003}"/>
          </ac:spMkLst>
        </pc:spChg>
        <pc:spChg chg="mod">
          <ac:chgData name="Jon Mikel Inza" userId="b45a1b6dd078dbfa" providerId="LiveId" clId="{33403ADA-7F3C-4567-B0C6-9BE92BA827BB}" dt="2023-05-13T15:07:06.385" v="1049" actId="20577"/>
          <ac:spMkLst>
            <pc:docMk/>
            <pc:sldMk cId="2654024524" sldId="259"/>
            <ac:spMk id="3" creationId="{F2289164-69A4-2E88-BE8A-E6660E6C8BF2}"/>
          </ac:spMkLst>
        </pc:spChg>
      </pc:sldChg>
      <pc:sldChg chg="modSp add mod">
        <pc:chgData name="Jon Mikel Inza" userId="b45a1b6dd078dbfa" providerId="LiveId" clId="{33403ADA-7F3C-4567-B0C6-9BE92BA827BB}" dt="2023-05-14T09:20:31.501" v="3092" actId="20577"/>
        <pc:sldMkLst>
          <pc:docMk/>
          <pc:sldMk cId="4184033485" sldId="260"/>
        </pc:sldMkLst>
        <pc:spChg chg="mod">
          <ac:chgData name="Jon Mikel Inza" userId="b45a1b6dd078dbfa" providerId="LiveId" clId="{33403ADA-7F3C-4567-B0C6-9BE92BA827BB}" dt="2023-05-13T15:01:05.502" v="474" actId="20577"/>
          <ac:spMkLst>
            <pc:docMk/>
            <pc:sldMk cId="4184033485" sldId="260"/>
            <ac:spMk id="2" creationId="{7B0E6A95-1083-51BF-5380-9BAAF48E9DAB}"/>
          </ac:spMkLst>
        </pc:spChg>
        <pc:spChg chg="mod">
          <ac:chgData name="Jon Mikel Inza" userId="b45a1b6dd078dbfa" providerId="LiveId" clId="{33403ADA-7F3C-4567-B0C6-9BE92BA827BB}" dt="2023-05-14T09:20:31.501" v="3092" actId="20577"/>
          <ac:spMkLst>
            <pc:docMk/>
            <pc:sldMk cId="4184033485" sldId="260"/>
            <ac:spMk id="3" creationId="{9A90FAD7-2D8A-B44F-100C-8C8BE49C4A4E}"/>
          </ac:spMkLst>
        </pc:spChg>
      </pc:sldChg>
      <pc:sldChg chg="addSp modSp add mod ord">
        <pc:chgData name="Jon Mikel Inza" userId="b45a1b6dd078dbfa" providerId="LiveId" clId="{33403ADA-7F3C-4567-B0C6-9BE92BA827BB}" dt="2023-05-14T09:13:26.952" v="3010" actId="20577"/>
        <pc:sldMkLst>
          <pc:docMk/>
          <pc:sldMk cId="736604723" sldId="261"/>
        </pc:sldMkLst>
        <pc:spChg chg="mod">
          <ac:chgData name="Jon Mikel Inza" userId="b45a1b6dd078dbfa" providerId="LiveId" clId="{33403ADA-7F3C-4567-B0C6-9BE92BA827BB}" dt="2023-05-14T09:13:07.092" v="3009" actId="20577"/>
          <ac:spMkLst>
            <pc:docMk/>
            <pc:sldMk cId="736604723" sldId="261"/>
            <ac:spMk id="3" creationId="{F2289164-69A4-2E88-BE8A-E6660E6C8BF2}"/>
          </ac:spMkLst>
        </pc:spChg>
        <pc:spChg chg="add mod">
          <ac:chgData name="Jon Mikel Inza" userId="b45a1b6dd078dbfa" providerId="LiveId" clId="{33403ADA-7F3C-4567-B0C6-9BE92BA827BB}" dt="2023-05-13T15:16:51.015" v="1741" actId="27636"/>
          <ac:spMkLst>
            <pc:docMk/>
            <pc:sldMk cId="736604723" sldId="261"/>
            <ac:spMk id="4" creationId="{4B6E8300-7716-7AB7-EF9E-2943A7523066}"/>
          </ac:spMkLst>
        </pc:spChg>
        <pc:spChg chg="add mod">
          <ac:chgData name="Jon Mikel Inza" userId="b45a1b6dd078dbfa" providerId="LiveId" clId="{33403ADA-7F3C-4567-B0C6-9BE92BA827BB}" dt="2023-05-14T09:13:26.952" v="3010" actId="20577"/>
          <ac:spMkLst>
            <pc:docMk/>
            <pc:sldMk cId="736604723" sldId="261"/>
            <ac:spMk id="5" creationId="{7466AB89-1E7B-6783-4124-BA7FF4D9129C}"/>
          </ac:spMkLst>
        </pc:spChg>
        <pc:spChg chg="add mod">
          <ac:chgData name="Jon Mikel Inza" userId="b45a1b6dd078dbfa" providerId="LiveId" clId="{33403ADA-7F3C-4567-B0C6-9BE92BA827BB}" dt="2023-05-13T15:20:41.529" v="2317" actId="20577"/>
          <ac:spMkLst>
            <pc:docMk/>
            <pc:sldMk cId="736604723" sldId="261"/>
            <ac:spMk id="6" creationId="{0AFE80D0-EC34-3F2B-9572-D82AB2009880}"/>
          </ac:spMkLst>
        </pc:spChg>
      </pc:sldChg>
      <pc:sldChg chg="modSp new mod ord">
        <pc:chgData name="Jon Mikel Inza" userId="b45a1b6dd078dbfa" providerId="LiveId" clId="{33403ADA-7F3C-4567-B0C6-9BE92BA827BB}" dt="2023-05-14T09:22:52.211" v="3167" actId="20577"/>
        <pc:sldMkLst>
          <pc:docMk/>
          <pc:sldMk cId="673040951" sldId="262"/>
        </pc:sldMkLst>
        <pc:spChg chg="mod">
          <ac:chgData name="Jon Mikel Inza" userId="b45a1b6dd078dbfa" providerId="LiveId" clId="{33403ADA-7F3C-4567-B0C6-9BE92BA827BB}" dt="2023-05-13T15:23:01.389" v="2463" actId="20577"/>
          <ac:spMkLst>
            <pc:docMk/>
            <pc:sldMk cId="673040951" sldId="262"/>
            <ac:spMk id="2" creationId="{40E35A3F-BE05-7C74-4E6A-FD01FA900F41}"/>
          </ac:spMkLst>
        </pc:spChg>
        <pc:spChg chg="mod">
          <ac:chgData name="Jon Mikel Inza" userId="b45a1b6dd078dbfa" providerId="LiveId" clId="{33403ADA-7F3C-4567-B0C6-9BE92BA827BB}" dt="2023-05-14T09:22:52.211" v="3167" actId="20577"/>
          <ac:spMkLst>
            <pc:docMk/>
            <pc:sldMk cId="673040951" sldId="262"/>
            <ac:spMk id="3" creationId="{354AF0E3-D75E-CA5B-4D65-77D435760E5C}"/>
          </ac:spMkLst>
        </pc:spChg>
      </pc:sldChg>
      <pc:sldChg chg="modSp add mod">
        <pc:chgData name="Jon Mikel Inza" userId="b45a1b6dd078dbfa" providerId="LiveId" clId="{33403ADA-7F3C-4567-B0C6-9BE92BA827BB}" dt="2023-05-14T09:21:05.839" v="3102" actId="20577"/>
        <pc:sldMkLst>
          <pc:docMk/>
          <pc:sldMk cId="4128030109" sldId="263"/>
        </pc:sldMkLst>
        <pc:spChg chg="mod">
          <ac:chgData name="Jon Mikel Inza" userId="b45a1b6dd078dbfa" providerId="LiveId" clId="{33403ADA-7F3C-4567-B0C6-9BE92BA827BB}" dt="2023-05-14T09:21:05.839" v="3102" actId="20577"/>
          <ac:spMkLst>
            <pc:docMk/>
            <pc:sldMk cId="4128030109" sldId="263"/>
            <ac:spMk id="3" creationId="{36788EF3-1E63-4098-AAEB-BA926E86B016}"/>
          </ac:spMkLst>
        </pc:spChg>
      </pc:sldChg>
      <pc:sldChg chg="modSp add">
        <pc:chgData name="Jon Mikel Inza" userId="b45a1b6dd078dbfa" providerId="LiveId" clId="{33403ADA-7F3C-4567-B0C6-9BE92BA827BB}" dt="2023-05-14T09:04:56.829" v="2941" actId="14826"/>
        <pc:sldMkLst>
          <pc:docMk/>
          <pc:sldMk cId="713764660" sldId="264"/>
        </pc:sldMkLst>
        <pc:picChg chg="mod">
          <ac:chgData name="Jon Mikel Inza" userId="b45a1b6dd078dbfa" providerId="LiveId" clId="{33403ADA-7F3C-4567-B0C6-9BE92BA827BB}" dt="2023-05-14T09:04:56.829" v="2941" actId="14826"/>
          <ac:picMkLst>
            <pc:docMk/>
            <pc:sldMk cId="713764660" sldId="264"/>
            <ac:picMk id="6" creationId="{3C4F757E-43A2-4DB3-9869-75C784A91959}"/>
          </ac:picMkLst>
        </pc:picChg>
      </pc:sldChg>
      <pc:sldChg chg="add del">
        <pc:chgData name="Jon Mikel Inza" userId="b45a1b6dd078dbfa" providerId="LiveId" clId="{33403ADA-7F3C-4567-B0C6-9BE92BA827BB}" dt="2023-05-14T09:11:46.263" v="2971" actId="47"/>
        <pc:sldMkLst>
          <pc:docMk/>
          <pc:sldMk cId="1230590995" sldId="268"/>
        </pc:sldMkLst>
      </pc:sldChg>
      <pc:sldChg chg="add">
        <pc:chgData name="Jon Mikel Inza" userId="b45a1b6dd078dbfa" providerId="LiveId" clId="{33403ADA-7F3C-4567-B0C6-9BE92BA827BB}" dt="2023-05-14T07:37:59.063" v="2937"/>
        <pc:sldMkLst>
          <pc:docMk/>
          <pc:sldMk cId="3145231411" sldId="269"/>
        </pc:sldMkLst>
      </pc:sldChg>
      <pc:sldChg chg="modSp add">
        <pc:chgData name="Jon Mikel Inza" userId="b45a1b6dd078dbfa" providerId="LiveId" clId="{33403ADA-7F3C-4567-B0C6-9BE92BA827BB}" dt="2023-05-14T09:05:07.073" v="2942" actId="14826"/>
        <pc:sldMkLst>
          <pc:docMk/>
          <pc:sldMk cId="3467188573" sldId="271"/>
        </pc:sldMkLst>
        <pc:picChg chg="mod">
          <ac:chgData name="Jon Mikel Inza" userId="b45a1b6dd078dbfa" providerId="LiveId" clId="{33403ADA-7F3C-4567-B0C6-9BE92BA827BB}" dt="2023-05-14T09:05:07.073" v="2942" actId="14826"/>
          <ac:picMkLst>
            <pc:docMk/>
            <pc:sldMk cId="3467188573" sldId="271"/>
            <ac:picMk id="6" creationId="{F93356EE-6492-43CA-B55E-3229D924DF9C}"/>
          </ac:picMkLst>
        </pc:picChg>
      </pc:sldChg>
      <pc:sldChg chg="modSp add del mod">
        <pc:chgData name="Jon Mikel Inza" userId="b45a1b6dd078dbfa" providerId="LiveId" clId="{33403ADA-7F3C-4567-B0C6-9BE92BA827BB}" dt="2023-05-14T09:12:50.463" v="2995" actId="47"/>
        <pc:sldMkLst>
          <pc:docMk/>
          <pc:sldMk cId="215762686" sldId="272"/>
        </pc:sldMkLst>
        <pc:spChg chg="mod">
          <ac:chgData name="Jon Mikel Inza" userId="b45a1b6dd078dbfa" providerId="LiveId" clId="{33403ADA-7F3C-4567-B0C6-9BE92BA827BB}" dt="2023-05-14T09:10:44.179" v="2970" actId="20577"/>
          <ac:spMkLst>
            <pc:docMk/>
            <pc:sldMk cId="215762686" sldId="272"/>
            <ac:spMk id="3" creationId="{35EB08EB-153C-48FF-B427-1936548ED7F7}"/>
          </ac:spMkLst>
        </pc:spChg>
      </pc:sldChg>
      <pc:sldChg chg="add">
        <pc:chgData name="Jon Mikel Inza" userId="b45a1b6dd078dbfa" providerId="LiveId" clId="{33403ADA-7F3C-4567-B0C6-9BE92BA827BB}" dt="2023-05-14T07:37:59.063" v="2937"/>
        <pc:sldMkLst>
          <pc:docMk/>
          <pc:sldMk cId="1115943656" sldId="273"/>
        </pc:sldMkLst>
      </pc:sldChg>
    </pc:docChg>
  </pc:docChgLst>
  <pc:docChgLst>
    <pc:chgData name="Jon Mikel Inza" userId="b45a1b6dd078dbfa" providerId="LiveId" clId="{A6B56FA1-BA5C-48C7-9CF4-684D065283E0}"/>
    <pc:docChg chg="custSel addSld delSld modSld">
      <pc:chgData name="Jon Mikel Inza" userId="b45a1b6dd078dbfa" providerId="LiveId" clId="{A6B56FA1-BA5C-48C7-9CF4-684D065283E0}" dt="2023-05-14T20:19:21.897" v="155" actId="47"/>
      <pc:docMkLst>
        <pc:docMk/>
      </pc:docMkLst>
      <pc:sldChg chg="modSp mod">
        <pc:chgData name="Jon Mikel Inza" userId="b45a1b6dd078dbfa" providerId="LiveId" clId="{A6B56FA1-BA5C-48C7-9CF4-684D065283E0}" dt="2023-05-14T19:23:07.551" v="34" actId="6549"/>
        <pc:sldMkLst>
          <pc:docMk/>
          <pc:sldMk cId="1292532048" sldId="256"/>
        </pc:sldMkLst>
        <pc:spChg chg="mod">
          <ac:chgData name="Jon Mikel Inza" userId="b45a1b6dd078dbfa" providerId="LiveId" clId="{A6B56FA1-BA5C-48C7-9CF4-684D065283E0}" dt="2023-05-14T19:23:03.858" v="33" actId="20577"/>
          <ac:spMkLst>
            <pc:docMk/>
            <pc:sldMk cId="1292532048" sldId="256"/>
            <ac:spMk id="2" creationId="{A506F914-C615-DADF-1BE2-8A1F51236B97}"/>
          </ac:spMkLst>
        </pc:spChg>
        <pc:spChg chg="mod">
          <ac:chgData name="Jon Mikel Inza" userId="b45a1b6dd078dbfa" providerId="LiveId" clId="{A6B56FA1-BA5C-48C7-9CF4-684D065283E0}" dt="2023-05-14T19:23:07.551" v="34" actId="6549"/>
          <ac:spMkLst>
            <pc:docMk/>
            <pc:sldMk cId="1292532048" sldId="256"/>
            <ac:spMk id="3" creationId="{A9897F43-21D9-1FD3-8E23-810E69201E89}"/>
          </ac:spMkLst>
        </pc:spChg>
      </pc:sldChg>
      <pc:sldChg chg="modSp del mod">
        <pc:chgData name="Jon Mikel Inza" userId="b45a1b6dd078dbfa" providerId="LiveId" clId="{A6B56FA1-BA5C-48C7-9CF4-684D065283E0}" dt="2023-05-14T19:24:42.697" v="108" actId="47"/>
        <pc:sldMkLst>
          <pc:docMk/>
          <pc:sldMk cId="4268365580" sldId="257"/>
        </pc:sldMkLst>
        <pc:spChg chg="mod">
          <ac:chgData name="Jon Mikel Inza" userId="b45a1b6dd078dbfa" providerId="LiveId" clId="{A6B56FA1-BA5C-48C7-9CF4-684D065283E0}" dt="2023-05-14T19:24:08.911" v="107" actId="20577"/>
          <ac:spMkLst>
            <pc:docMk/>
            <pc:sldMk cId="4268365580" sldId="257"/>
            <ac:spMk id="3" creationId="{375583DB-3707-1133-E0D6-EDC327AF5E37}"/>
          </ac:spMkLst>
        </pc:spChg>
      </pc:sldChg>
      <pc:sldChg chg="del">
        <pc:chgData name="Jon Mikel Inza" userId="b45a1b6dd078dbfa" providerId="LiveId" clId="{A6B56FA1-BA5C-48C7-9CF4-684D065283E0}" dt="2023-05-14T19:24:42.697" v="108" actId="47"/>
        <pc:sldMkLst>
          <pc:docMk/>
          <pc:sldMk cId="3090430623" sldId="258"/>
        </pc:sldMkLst>
      </pc:sldChg>
      <pc:sldChg chg="del">
        <pc:chgData name="Jon Mikel Inza" userId="b45a1b6dd078dbfa" providerId="LiveId" clId="{A6B56FA1-BA5C-48C7-9CF4-684D065283E0}" dt="2023-05-14T19:24:42.697" v="108" actId="47"/>
        <pc:sldMkLst>
          <pc:docMk/>
          <pc:sldMk cId="4184033485" sldId="260"/>
        </pc:sldMkLst>
      </pc:sldChg>
      <pc:sldChg chg="modSp mod">
        <pc:chgData name="Jon Mikel Inza" userId="b45a1b6dd078dbfa" providerId="LiveId" clId="{A6B56FA1-BA5C-48C7-9CF4-684D065283E0}" dt="2023-05-14T19:26:54.791" v="141" actId="20577"/>
        <pc:sldMkLst>
          <pc:docMk/>
          <pc:sldMk cId="673040951" sldId="262"/>
        </pc:sldMkLst>
        <pc:spChg chg="mod">
          <ac:chgData name="Jon Mikel Inza" userId="b45a1b6dd078dbfa" providerId="LiveId" clId="{A6B56FA1-BA5C-48C7-9CF4-684D065283E0}" dt="2023-05-14T19:26:54.791" v="141" actId="20577"/>
          <ac:spMkLst>
            <pc:docMk/>
            <pc:sldMk cId="673040951" sldId="262"/>
            <ac:spMk id="3" creationId="{354AF0E3-D75E-CA5B-4D65-77D435760E5C}"/>
          </ac:spMkLst>
        </pc:spChg>
      </pc:sldChg>
      <pc:sldChg chg="modSp">
        <pc:chgData name="Jon Mikel Inza" userId="b45a1b6dd078dbfa" providerId="LiveId" clId="{A6B56FA1-BA5C-48C7-9CF4-684D065283E0}" dt="2023-05-14T20:19:05.049" v="154" actId="14826"/>
        <pc:sldMkLst>
          <pc:docMk/>
          <pc:sldMk cId="3467188573" sldId="271"/>
        </pc:sldMkLst>
        <pc:picChg chg="mod">
          <ac:chgData name="Jon Mikel Inza" userId="b45a1b6dd078dbfa" providerId="LiveId" clId="{A6B56FA1-BA5C-48C7-9CF4-684D065283E0}" dt="2023-05-14T20:19:05.049" v="154" actId="14826"/>
          <ac:picMkLst>
            <pc:docMk/>
            <pc:sldMk cId="3467188573" sldId="271"/>
            <ac:picMk id="6" creationId="{F93356EE-6492-43CA-B55E-3229D924DF9C}"/>
          </ac:picMkLst>
        </pc:picChg>
      </pc:sldChg>
      <pc:sldChg chg="new del">
        <pc:chgData name="Jon Mikel Inza" userId="b45a1b6dd078dbfa" providerId="LiveId" clId="{A6B56FA1-BA5C-48C7-9CF4-684D065283E0}" dt="2023-05-14T20:19:21.897" v="155" actId="47"/>
        <pc:sldMkLst>
          <pc:docMk/>
          <pc:sldMk cId="1732031877" sldId="274"/>
        </pc:sldMkLst>
      </pc:sldChg>
      <pc:sldChg chg="modSp new mod">
        <pc:chgData name="Jon Mikel Inza" userId="b45a1b6dd078dbfa" providerId="LiveId" clId="{A6B56FA1-BA5C-48C7-9CF4-684D065283E0}" dt="2023-05-14T19:33:41.840" v="152" actId="20577"/>
        <pc:sldMkLst>
          <pc:docMk/>
          <pc:sldMk cId="1112431857" sldId="275"/>
        </pc:sldMkLst>
        <pc:spChg chg="mod">
          <ac:chgData name="Jon Mikel Inza" userId="b45a1b6dd078dbfa" providerId="LiveId" clId="{A6B56FA1-BA5C-48C7-9CF4-684D065283E0}" dt="2023-05-14T19:33:41.840" v="152" actId="20577"/>
          <ac:spMkLst>
            <pc:docMk/>
            <pc:sldMk cId="1112431857" sldId="275"/>
            <ac:spMk id="2" creationId="{308604CD-6667-3334-955A-C43D471E01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ACE58-67AB-47D4-85F6-CEC48516D6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7B734-94A5-4FC1-A3E9-A46602FBB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8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d’entreprise</a:t>
            </a:r>
            <a:r>
              <a:rPr lang="en-US" dirty="0"/>
              <a:t> </a:t>
            </a:r>
            <a:r>
              <a:rPr lang="en-US" dirty="0" err="1"/>
              <a:t>cherche</a:t>
            </a:r>
            <a:r>
              <a:rPr lang="en-US" dirty="0"/>
              <a:t> </a:t>
            </a:r>
            <a:r>
              <a:rPr lang="en-US" dirty="0" err="1"/>
              <a:t>globalement</a:t>
            </a:r>
            <a:r>
              <a:rPr lang="en-US" dirty="0"/>
              <a:t> à </a:t>
            </a:r>
            <a:r>
              <a:rPr lang="en-US" dirty="0" err="1"/>
              <a:t>couvrir</a:t>
            </a:r>
            <a:r>
              <a:rPr lang="en-US" dirty="0"/>
              <a:t> </a:t>
            </a:r>
            <a:r>
              <a:rPr lang="en-US" dirty="0" err="1"/>
              <a:t>différents</a:t>
            </a:r>
            <a:r>
              <a:rPr lang="en-US" dirty="0"/>
              <a:t> aspects…..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….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besoin</a:t>
            </a:r>
            <a:r>
              <a:rPr lang="en-US" dirty="0"/>
              <a:t> </a:t>
            </a:r>
            <a:r>
              <a:rPr lang="en-US" dirty="0" err="1"/>
              <a:t>donnent</a:t>
            </a:r>
            <a:r>
              <a:rPr lang="en-US" dirty="0"/>
              <a:t> lieu à des architectures un </a:t>
            </a:r>
            <a:r>
              <a:rPr lang="en-US" dirty="0" err="1"/>
              <a:t>peu</a:t>
            </a:r>
            <a:r>
              <a:rPr lang="en-US" dirty="0"/>
              <a:t> plus complexes </a:t>
            </a:r>
            <a:r>
              <a:rPr lang="en-US" dirty="0" err="1"/>
              <a:t>qu’un</a:t>
            </a:r>
            <a:r>
              <a:rPr lang="en-US" dirty="0"/>
              <a:t> device </a:t>
            </a:r>
            <a:r>
              <a:rPr lang="en-US" dirty="0" err="1"/>
              <a:t>connecté</a:t>
            </a:r>
            <a:r>
              <a:rPr lang="en-US" dirty="0"/>
              <a:t> à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appli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A2FB-E06D-4DF9-BF26-A6E84FCEAD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42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</a:t>
            </a:r>
            <a:r>
              <a:rPr lang="en-US" dirty="0" err="1"/>
              <a:t>n’y</a:t>
            </a:r>
            <a:r>
              <a:rPr lang="en-US" dirty="0"/>
              <a:t> a pas UNE </a:t>
            </a:r>
            <a:r>
              <a:rPr lang="en-US" dirty="0" err="1"/>
              <a:t>seule</a:t>
            </a:r>
            <a:r>
              <a:rPr lang="en-US" dirty="0"/>
              <a:t> architecture.</a:t>
            </a:r>
          </a:p>
          <a:p>
            <a:r>
              <a:rPr lang="en-US" dirty="0"/>
              <a:t>Il faut bien </a:t>
            </a:r>
            <a:r>
              <a:rPr lang="en-US" dirty="0" err="1"/>
              <a:t>comprendre</a:t>
            </a:r>
            <a:r>
              <a:rPr lang="en-US" dirty="0"/>
              <a:t> le </a:t>
            </a:r>
            <a:r>
              <a:rPr lang="en-US" dirty="0" err="1"/>
              <a:t>besoin</a:t>
            </a:r>
            <a:r>
              <a:rPr lang="en-US" dirty="0"/>
              <a:t> et </a:t>
            </a:r>
            <a:r>
              <a:rPr lang="en-US" dirty="0" err="1"/>
              <a:t>construire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solution </a:t>
            </a:r>
            <a:r>
              <a:rPr lang="en-US" dirty="0" err="1"/>
              <a:t>adaptée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A2FB-E06D-4DF9-BF26-A6E84FCEAD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89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</a:t>
            </a:r>
            <a:r>
              <a:rPr lang="en-US" dirty="0" err="1"/>
              <a:t>n’y</a:t>
            </a:r>
            <a:r>
              <a:rPr lang="en-US" dirty="0"/>
              <a:t> a pas UNE </a:t>
            </a:r>
            <a:r>
              <a:rPr lang="en-US" dirty="0" err="1"/>
              <a:t>seule</a:t>
            </a:r>
            <a:r>
              <a:rPr lang="en-US" dirty="0"/>
              <a:t> architecture.</a:t>
            </a:r>
          </a:p>
          <a:p>
            <a:r>
              <a:rPr lang="en-US" dirty="0"/>
              <a:t>Il faut bien </a:t>
            </a:r>
            <a:r>
              <a:rPr lang="en-US" dirty="0" err="1"/>
              <a:t>comprendre</a:t>
            </a:r>
            <a:r>
              <a:rPr lang="en-US" dirty="0"/>
              <a:t> le </a:t>
            </a:r>
            <a:r>
              <a:rPr lang="en-US" dirty="0" err="1"/>
              <a:t>besoin</a:t>
            </a:r>
            <a:r>
              <a:rPr lang="en-US" dirty="0"/>
              <a:t> et </a:t>
            </a:r>
            <a:r>
              <a:rPr lang="en-US" dirty="0" err="1"/>
              <a:t>construire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solution </a:t>
            </a:r>
            <a:r>
              <a:rPr lang="en-US" dirty="0" err="1"/>
              <a:t>adaptée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A2FB-E06D-4DF9-BF26-A6E84FCEAD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12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A2FB-E06D-4DF9-BF26-A6E84FCEAD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56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F782-5930-2D37-D6A7-C40114295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4A22D-257E-53A2-2C7B-342E522C4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04023-CF5C-97EB-9D60-73DBD400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F01E-B461-E72D-02ED-A09000BD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0FB4-B577-8A61-72AB-94A26743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8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8134-F757-E7FE-438A-FE2637264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06E72-F766-69BA-F375-11BFF838E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21A2-FD8C-963F-B6C4-3AAEB533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DE889-0A0F-E705-5FAE-7AED195C7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CFEB6-48EC-FE6D-D704-CB624E63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2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F55D-E1F9-6169-038F-9CF82925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914CA-C88E-FF82-0B01-C6CA26134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C3344-7817-A9E9-0637-D76C7220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E6F56-BFAC-2040-8D6B-0A7F9099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1F8FB-3D3F-FA47-660C-F57D8054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2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B3529-FE13-CA2B-D098-64DBEA6E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AE367-BB9C-7D70-FBC0-FDC0CA1EB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1CAD1-6FFF-3769-EE4A-7B39B2C28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D2D9C-49ED-2487-212D-653797E0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F46DE-7D28-23A0-B683-9D383427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3CFAA-8204-C5E7-EE45-59ECA0ED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1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33F9-836E-A24C-3199-E044A856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43FA2-EE20-6072-00BC-D58679FFD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9BEAF-B001-EE86-D47C-5123F0B83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062E3-5A20-16EB-20BB-7B381B247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B2898-1D66-17A7-2464-B7F868F31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2947A-76E6-2DEF-4593-5D957468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12898-F732-05A6-B2C6-B35F9ED89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E13B6-FDFF-2053-97DC-F53B139B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7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CE8BC-6707-2373-0C06-1131229E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DBF6C-3E78-49DE-4768-E04D7767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FC68A-29DD-EC0D-EF4C-456B5F03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0D9F8-6D02-1759-E57C-85002CC4E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3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7DCB08-038C-CB54-8AFB-70DE1076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A4671-E282-F672-7D47-08EC4464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41821-7DC7-D3FD-2C0C-BB53E031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8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C8C9-4294-A8DA-CAB4-87D84E52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7A28F-E386-6E2C-DEA5-B15B0854B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35D29-8ADF-D8C7-2F67-4162D861D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523DB-B0F6-EECA-25C2-03724157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F9FA4-532B-A5FC-D197-54605475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360A8-54CA-6EB2-F1FA-2BF5AEE9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7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6BD6-484A-9181-FBCD-C6E023C0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9DD88-538C-3DFC-3D77-C044964DB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494B6-7AF9-21CA-6DF8-C52DDF15D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D66E-2BAC-0D16-61E6-0B5AA4B2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8EFCB-F502-4541-1EAB-09B950355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189E1-078B-F0E9-3AF0-A41C2AF3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8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4859-A870-AA3D-FC32-9C599B30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D6391-A6B4-0D79-0EC7-3BEDC7ED3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1DB8C-57C9-1583-107D-59BBBF45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A1F8A-0F12-9FEC-DBC2-DE3D3CC6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26ED-0232-6911-BD42-E90BB252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9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C9C49-522F-2FBD-80A6-E64DF1649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0912E-6300-B411-DC4F-73ED25F17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86DF8-8801-AC42-F798-551A9BCA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1E551-F58D-3BD8-F6BC-7FEF695F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19829-2B2B-D8D8-C120-C9DCEBC6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3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53710-EB94-48BD-DF4C-9C48DFD1E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D333F-0C43-9372-77DE-A295D7F65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BBA78-EE2D-7D6D-D0FE-9FB552564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C3DC7-574F-4FED-85BF-54EA6876D660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D106D-E7A0-C53C-691E-5BB77CD20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1A9E8-A02F-1951-D732-DE4E6F64C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0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6F914-C615-DADF-1BE2-8A1F51236B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IoT Solutions with Azure IoT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97F43-21D9-1FD3-8E23-810E69201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53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63A8-6A97-49C5-AF4C-998E6EE1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88EF3-1E63-4098-AAEB-BA926E86B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IoT is not only about devices/hardware</a:t>
            </a:r>
          </a:p>
          <a:p>
            <a:r>
              <a:rPr lang="en-US" dirty="0"/>
              <a:t>IoT solutions:</a:t>
            </a:r>
          </a:p>
          <a:p>
            <a:pPr lvl="1"/>
            <a:r>
              <a:rPr lang="en-US" dirty="0"/>
              <a:t>Device Management (provisioning, security, updates, configurations,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Bidirectional device integration (D2C, C2D)</a:t>
            </a:r>
          </a:p>
          <a:p>
            <a:pPr lvl="1"/>
            <a:r>
              <a:rPr lang="en-US" dirty="0"/>
              <a:t>Data collection</a:t>
            </a:r>
          </a:p>
          <a:p>
            <a:pPr lvl="1"/>
            <a:r>
              <a:rPr lang="en-US" dirty="0"/>
              <a:t>Data controls, transformation, projections, pre-processing/processing, enrichment, mappings</a:t>
            </a:r>
          </a:p>
          <a:p>
            <a:pPr lvl="1"/>
            <a:r>
              <a:rPr lang="en-US" dirty="0"/>
              <a:t>Storage (multi-format and multi-system)</a:t>
            </a:r>
          </a:p>
          <a:p>
            <a:pPr lvl="1"/>
            <a:r>
              <a:rPr lang="en-US" dirty="0"/>
              <a:t>Data usage, analysis, AI, integration/exposition, monetization,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Intelligence or value extraction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030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5A3F-BE05-7C74-4E6A-FD01FA900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AF0E3-D75E-CA5B-4D65-77D435760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No generic “perfect” answer</a:t>
            </a:r>
          </a:p>
          <a:p>
            <a:r>
              <a:rPr lang="en-US" dirty="0"/>
              <a:t>Depend </a:t>
            </a:r>
            <a:r>
              <a:rPr lang="en-US" b="1" dirty="0"/>
              <a:t>always</a:t>
            </a:r>
            <a:r>
              <a:rPr lang="en-US" dirty="0"/>
              <a:t> on requirements:</a:t>
            </a:r>
          </a:p>
          <a:p>
            <a:pPr lvl="1"/>
            <a:r>
              <a:rPr lang="en-US" dirty="0"/>
              <a:t>Functional</a:t>
            </a:r>
          </a:p>
          <a:p>
            <a:pPr lvl="1"/>
            <a:r>
              <a:rPr lang="en-US" dirty="0"/>
              <a:t>Technical</a:t>
            </a:r>
          </a:p>
          <a:p>
            <a:pPr lvl="1"/>
            <a:r>
              <a:rPr lang="en-US" dirty="0"/>
              <a:t>Business</a:t>
            </a:r>
          </a:p>
          <a:p>
            <a:r>
              <a:rPr lang="en-US" dirty="0"/>
              <a:t>Key factors (no specific order):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Flows (bidirectional, long/short, reactive,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Value (data, intelligence, processing, AI,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Security</a:t>
            </a:r>
          </a:p>
          <a:p>
            <a:pPr lvl="1"/>
            <a:r>
              <a:rPr lang="en-US" dirty="0"/>
              <a:t>Scalability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Cost</a:t>
            </a:r>
          </a:p>
          <a:p>
            <a:pPr lvl="1"/>
            <a:r>
              <a:rPr lang="en-US" dirty="0"/>
              <a:t>Business model(s)</a:t>
            </a:r>
          </a:p>
          <a:p>
            <a:pPr lvl="1"/>
            <a:r>
              <a:rPr lang="en-US" dirty="0" err="1"/>
              <a:t>Evolutivity</a:t>
            </a:r>
            <a:endParaRPr lang="en-US" dirty="0"/>
          </a:p>
          <a:p>
            <a:pPr lvl="1"/>
            <a:r>
              <a:rPr lang="en-US" dirty="0"/>
              <a:t>Technical debt level</a:t>
            </a:r>
          </a:p>
        </p:txBody>
      </p:sp>
    </p:spTree>
    <p:extLst>
      <p:ext uri="{BB962C8B-B14F-4D97-AF65-F5344CB8AC3E}">
        <p14:creationId xmlns:p14="http://schemas.microsoft.com/office/powerpoint/2010/main" val="67304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373D5-3B52-4C81-BA41-0D6B4A0A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Architectures – satellite 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4F757E-43A2-4DB3-9869-75C784A91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965" y="1467556"/>
            <a:ext cx="10195599" cy="5025319"/>
          </a:xfrm>
        </p:spPr>
      </p:pic>
    </p:spTree>
    <p:extLst>
      <p:ext uri="{BB962C8B-B14F-4D97-AF65-F5344CB8AC3E}">
        <p14:creationId xmlns:p14="http://schemas.microsoft.com/office/powerpoint/2010/main" val="713764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3356EE-6492-43CA-B55E-3229D924D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5332" y="247296"/>
            <a:ext cx="9098845" cy="6363407"/>
          </a:xfrm>
        </p:spPr>
      </p:pic>
    </p:spTree>
    <p:extLst>
      <p:ext uri="{BB962C8B-B14F-4D97-AF65-F5344CB8AC3E}">
        <p14:creationId xmlns:p14="http://schemas.microsoft.com/office/powerpoint/2010/main" val="346718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5A735-46F2-0DF4-F090-319805AF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Solutions with Azure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89164-69A4-2E88-BE8A-E6660E6C8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033187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100" dirty="0"/>
              <a:t>Azure IoT Hub</a:t>
            </a:r>
          </a:p>
          <a:p>
            <a:r>
              <a:rPr lang="en-US" sz="1100" dirty="0"/>
              <a:t>Azure IoT Hub DPS</a:t>
            </a:r>
          </a:p>
          <a:p>
            <a:r>
              <a:rPr lang="en-US" sz="1100" dirty="0"/>
              <a:t>Azure Device Update for IoT Hub</a:t>
            </a:r>
          </a:p>
          <a:p>
            <a:r>
              <a:rPr lang="en-US" sz="1100" dirty="0"/>
              <a:t>Azure Digital Twins*</a:t>
            </a:r>
          </a:p>
          <a:p>
            <a:r>
              <a:rPr lang="en-US" sz="1100" dirty="0"/>
              <a:t>Azure Plug and Play</a:t>
            </a:r>
          </a:p>
          <a:p>
            <a:r>
              <a:rPr lang="en-US" sz="1100" dirty="0"/>
              <a:t>Azure IoT Edge</a:t>
            </a:r>
          </a:p>
          <a:p>
            <a:r>
              <a:rPr lang="en-US" sz="1100" dirty="0"/>
              <a:t>Azure IoT Operations</a:t>
            </a:r>
          </a:p>
          <a:p>
            <a:r>
              <a:rPr lang="en-US" sz="1100" dirty="0"/>
              <a:t>Azure Defender for IoT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6E8300-7716-7AB7-EF9E-2943A7523066}"/>
              </a:ext>
            </a:extLst>
          </p:cNvPr>
          <p:cNvSpPr txBox="1">
            <a:spLocks/>
          </p:cNvSpPr>
          <p:nvPr/>
        </p:nvSpPr>
        <p:spPr>
          <a:xfrm>
            <a:off x="3485972" y="1825625"/>
            <a:ext cx="2033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Azure Event Hub</a:t>
            </a:r>
          </a:p>
          <a:p>
            <a:r>
              <a:rPr lang="en-US" dirty="0"/>
              <a:t>Azure Event Grid</a:t>
            </a:r>
          </a:p>
          <a:p>
            <a:r>
              <a:rPr lang="en-US" dirty="0"/>
              <a:t>Azure Service Bus Topic</a:t>
            </a:r>
          </a:p>
          <a:p>
            <a:r>
              <a:rPr lang="en-US" dirty="0"/>
              <a:t>Azure Service Bus Queue</a:t>
            </a:r>
          </a:p>
          <a:p>
            <a:r>
              <a:rPr lang="en-US" dirty="0"/>
              <a:t>Azure Stream Analytics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Azure Functions</a:t>
            </a:r>
          </a:p>
          <a:p>
            <a:r>
              <a:rPr lang="en-US" dirty="0"/>
              <a:t>Azure App Services</a:t>
            </a:r>
          </a:p>
          <a:p>
            <a:r>
              <a:rPr lang="en-US" dirty="0"/>
              <a:t>Azure Kubernetes Services</a:t>
            </a:r>
          </a:p>
          <a:p>
            <a:r>
              <a:rPr lang="en-US" dirty="0"/>
              <a:t>Azure Container Application</a:t>
            </a:r>
          </a:p>
          <a:p>
            <a:endParaRPr lang="en-US" dirty="0"/>
          </a:p>
          <a:p>
            <a:r>
              <a:rPr lang="en-US" dirty="0"/>
              <a:t>Azure API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66AB89-1E7B-6783-4124-BA7FF4D9129C}"/>
              </a:ext>
            </a:extLst>
          </p:cNvPr>
          <p:cNvSpPr txBox="1">
            <a:spLocks/>
          </p:cNvSpPr>
          <p:nvPr/>
        </p:nvSpPr>
        <p:spPr>
          <a:xfrm>
            <a:off x="6133744" y="1825625"/>
            <a:ext cx="2033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/>
              <a:t>Microsoft Fabric, global offer</a:t>
            </a:r>
          </a:p>
          <a:p>
            <a:r>
              <a:rPr lang="en-US" sz="1100" b="1" dirty="0"/>
              <a:t>(special mention to Real Time Intelligence)</a:t>
            </a:r>
          </a:p>
          <a:p>
            <a:endParaRPr lang="en-US" sz="1100" dirty="0"/>
          </a:p>
          <a:p>
            <a:r>
              <a:rPr lang="en-US" sz="1100" dirty="0"/>
              <a:t>Azure Data Explorer</a:t>
            </a:r>
          </a:p>
          <a:p>
            <a:r>
              <a:rPr lang="en-US" sz="1100" dirty="0"/>
              <a:t>Azure SQL Database Family (including MySQL and PostgreSQL)</a:t>
            </a:r>
          </a:p>
          <a:p>
            <a:r>
              <a:rPr lang="en-US" sz="1100" dirty="0"/>
              <a:t>Azure Cosmos DB (including PostgreSQL)</a:t>
            </a:r>
          </a:p>
          <a:p>
            <a:r>
              <a:rPr lang="en-US" sz="1100" dirty="0"/>
              <a:t>Azure Databricks</a:t>
            </a:r>
          </a:p>
          <a:p>
            <a:r>
              <a:rPr lang="en-US" sz="1100" dirty="0"/>
              <a:t>Azure Synapse</a:t>
            </a:r>
          </a:p>
          <a:p>
            <a:r>
              <a:rPr lang="en-US" sz="1100" dirty="0"/>
              <a:t>Azure Storage</a:t>
            </a:r>
          </a:p>
          <a:p>
            <a:endParaRPr lang="en-US" sz="1100" dirty="0"/>
          </a:p>
          <a:p>
            <a:r>
              <a:rPr lang="en-US" sz="1100" b="1" dirty="0"/>
              <a:t>Microsoft Foundry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FE80D0-EC34-3F2B-9572-D82AB2009880}"/>
              </a:ext>
            </a:extLst>
          </p:cNvPr>
          <p:cNvSpPr txBox="1">
            <a:spLocks/>
          </p:cNvSpPr>
          <p:nvPr/>
        </p:nvSpPr>
        <p:spPr>
          <a:xfrm>
            <a:off x="8166931" y="1825625"/>
            <a:ext cx="2033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Azure Monitor</a:t>
            </a:r>
          </a:p>
          <a:p>
            <a:r>
              <a:rPr lang="en-US" sz="1100" dirty="0"/>
              <a:t>Azure Advisor</a:t>
            </a:r>
          </a:p>
          <a:p>
            <a:r>
              <a:rPr lang="en-US" sz="1100" dirty="0"/>
              <a:t>Azure Arc</a:t>
            </a:r>
            <a:br>
              <a:rPr lang="en-US" sz="1100" dirty="0"/>
            </a:br>
            <a:endParaRPr lang="en-US" sz="1100" dirty="0"/>
          </a:p>
          <a:p>
            <a:r>
              <a:rPr lang="en-US" sz="1100" dirty="0"/>
              <a:t>Azure App Configuration</a:t>
            </a:r>
          </a:p>
          <a:p>
            <a:r>
              <a:rPr lang="en-US" sz="1100" dirty="0"/>
              <a:t>Azure Key Vault</a:t>
            </a:r>
            <a:br>
              <a:rPr lang="en-US" sz="1100" dirty="0"/>
            </a:br>
            <a:endParaRPr lang="en-US" sz="1100" dirty="0"/>
          </a:p>
          <a:p>
            <a:r>
              <a:rPr lang="en-US" sz="1100" dirty="0"/>
              <a:t>Azure Defender for IoT</a:t>
            </a:r>
          </a:p>
          <a:p>
            <a:r>
              <a:rPr lang="en-US" sz="1100" dirty="0"/>
              <a:t>Azure Defender for API</a:t>
            </a:r>
          </a:p>
          <a:p>
            <a:r>
              <a:rPr lang="en-US" sz="1100" dirty="0"/>
              <a:t>Azure Defender</a:t>
            </a:r>
          </a:p>
          <a:p>
            <a:r>
              <a:rPr lang="en-US" sz="1100" dirty="0"/>
              <a:t>Azure Sentinel</a:t>
            </a:r>
          </a:p>
          <a:p>
            <a:r>
              <a:rPr lang="en-US" sz="1100" dirty="0"/>
              <a:t>Azure Purview</a:t>
            </a:r>
          </a:p>
          <a:p>
            <a:endParaRPr lang="en-US" sz="1100" dirty="0"/>
          </a:p>
          <a:p>
            <a:r>
              <a:rPr lang="en-US" sz="1100" dirty="0"/>
              <a:t>Azure </a:t>
            </a:r>
            <a:r>
              <a:rPr lang="en-US" sz="1100" dirty="0" err="1"/>
              <a:t>Vnet</a:t>
            </a:r>
            <a:endParaRPr lang="en-US" sz="1100" dirty="0"/>
          </a:p>
          <a:p>
            <a:r>
              <a:rPr lang="en-US" sz="1100" dirty="0"/>
              <a:t>Azure Private Endpoints / Service Endpoints</a:t>
            </a:r>
          </a:p>
          <a:p>
            <a:r>
              <a:rPr lang="en-US" sz="1100" dirty="0"/>
              <a:t>Azure </a:t>
            </a:r>
            <a:r>
              <a:rPr lang="en-US" sz="1100" dirty="0" err="1"/>
              <a:t>Frontdoor</a:t>
            </a:r>
            <a:endParaRPr lang="en-US" sz="1100" dirty="0"/>
          </a:p>
          <a:p>
            <a:r>
              <a:rPr lang="en-US" sz="1100" dirty="0"/>
              <a:t>Azure Application Gateway</a:t>
            </a:r>
          </a:p>
          <a:p>
            <a:r>
              <a:rPr lang="en-US" sz="1100" dirty="0"/>
              <a:t>Azure Firewall</a:t>
            </a:r>
          </a:p>
          <a:p>
            <a:r>
              <a:rPr lang="en-US" sz="1100" dirty="0"/>
              <a:t>Azure Private DNS</a:t>
            </a:r>
          </a:p>
          <a:p>
            <a:r>
              <a:rPr lang="en-US" sz="1100" dirty="0"/>
              <a:t>Azure Sentinel</a:t>
            </a:r>
          </a:p>
          <a:p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3660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7661F-23D4-BAF4-2207-DB96A582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4BBA-42FA-2615-F624-1861B415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Solutions with AI assisted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1B807-88AB-89D6-E88F-50907EE6E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00967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Agents</a:t>
            </a:r>
          </a:p>
          <a:p>
            <a:r>
              <a:rPr lang="en-US" sz="2000" dirty="0"/>
              <a:t>Skills</a:t>
            </a:r>
          </a:p>
          <a:p>
            <a:r>
              <a:rPr lang="en-US" sz="2000" dirty="0"/>
              <a:t>Instructions</a:t>
            </a:r>
          </a:p>
          <a:p>
            <a:r>
              <a:rPr lang="en-US" sz="2000" dirty="0"/>
              <a:t>Prompts</a:t>
            </a:r>
          </a:p>
          <a:p>
            <a:r>
              <a:rPr lang="en-US" sz="2000" dirty="0"/>
              <a:t>Extensions</a:t>
            </a:r>
          </a:p>
          <a:p>
            <a:r>
              <a:rPr lang="en-US" sz="2000" dirty="0"/>
              <a:t>Plugins</a:t>
            </a:r>
          </a:p>
          <a:p>
            <a:r>
              <a:rPr lang="en-US" sz="2000" dirty="0"/>
              <a:t>Hooks</a:t>
            </a:r>
          </a:p>
          <a:p>
            <a:endParaRPr lang="en-US" sz="2000" dirty="0"/>
          </a:p>
          <a:p>
            <a:r>
              <a:rPr lang="en-US" sz="2000" dirty="0"/>
              <a:t>Special mention to:</a:t>
            </a:r>
          </a:p>
          <a:p>
            <a:pPr lvl="1"/>
            <a:r>
              <a:rPr lang="en-US" sz="2000" dirty="0"/>
              <a:t>Azure Skills</a:t>
            </a:r>
          </a:p>
          <a:p>
            <a:pPr lvl="1"/>
            <a:r>
              <a:rPr lang="en-US" sz="2000" dirty="0"/>
              <a:t>GitHub Copilot</a:t>
            </a:r>
          </a:p>
        </p:txBody>
      </p:sp>
    </p:spTree>
    <p:extLst>
      <p:ext uri="{BB962C8B-B14F-4D97-AF65-F5344CB8AC3E}">
        <p14:creationId xmlns:p14="http://schemas.microsoft.com/office/powerpoint/2010/main" val="1956378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EBEF-DBE6-4B1F-92F2-7F99D424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DPS and IoT Hub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2AFA4-4B53-4693-968C-DC596DC2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DPS</a:t>
            </a:r>
          </a:p>
          <a:p>
            <a:pPr lvl="1"/>
            <a:r>
              <a:rPr lang="en-US" dirty="0"/>
              <a:t>Provisioning / reprovisioning</a:t>
            </a:r>
          </a:p>
          <a:p>
            <a:pPr lvl="1"/>
            <a:r>
              <a:rPr lang="en-US" dirty="0"/>
              <a:t>Configurations by default</a:t>
            </a:r>
          </a:p>
          <a:p>
            <a:pPr lvl="1"/>
            <a:r>
              <a:rPr lang="en-US" dirty="0"/>
              <a:t>Security (SAS, X509 | unique, group enrollments)</a:t>
            </a:r>
          </a:p>
          <a:p>
            <a:r>
              <a:rPr lang="en-US" dirty="0"/>
              <a:t>IoT Hub</a:t>
            </a:r>
          </a:p>
          <a:p>
            <a:pPr lvl="1"/>
            <a:r>
              <a:rPr lang="en-US" dirty="0"/>
              <a:t>Device identity (or module)</a:t>
            </a:r>
          </a:p>
          <a:p>
            <a:pPr lvl="1"/>
            <a:r>
              <a:rPr lang="en-US" dirty="0"/>
              <a:t>D2C/C2D (</a:t>
            </a:r>
            <a:r>
              <a:rPr lang="en-US" dirty="0" err="1"/>
              <a:t>ou</a:t>
            </a:r>
            <a:r>
              <a:rPr lang="en-US" dirty="0"/>
              <a:t> M2C/C2M) with Device Twin (tags, desired properties and reported properties), messages and commands</a:t>
            </a:r>
          </a:p>
          <a:p>
            <a:pPr lvl="1"/>
            <a:r>
              <a:rPr lang="en-US" dirty="0"/>
              <a:t>Routes / Endpoints + Enrichments</a:t>
            </a:r>
          </a:p>
          <a:p>
            <a:pPr lvl="1"/>
            <a:r>
              <a:rPr lang="en-US" dirty="0"/>
              <a:t>Updates</a:t>
            </a:r>
          </a:p>
          <a:p>
            <a:pPr lvl="1"/>
            <a:r>
              <a:rPr lang="en-US" dirty="0"/>
              <a:t>Jobs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5231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EBEF-DBE6-4B1F-92F2-7F99D424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Twins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2AFA4-4B53-4693-968C-DC596DC2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representation of a logic or physical entity.</a:t>
            </a:r>
          </a:p>
          <a:p>
            <a:r>
              <a:rPr lang="en-US" dirty="0"/>
              <a:t>Generic concept.</a:t>
            </a:r>
          </a:p>
          <a:p>
            <a:r>
              <a:rPr lang="en-US" dirty="0"/>
              <a:t>Not a Device Twin. Common mistake.</a:t>
            </a:r>
          </a:p>
          <a:p>
            <a:r>
              <a:rPr lang="fr-FR" dirty="0"/>
              <a:t>Azure Digital Twins relies on DTDL,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describes</a:t>
            </a:r>
            <a:r>
              <a:rPr lang="fr-FR" dirty="0"/>
              <a:t>:</a:t>
            </a:r>
          </a:p>
          <a:p>
            <a:pPr lvl="1"/>
            <a:r>
              <a:rPr lang="fr-FR" dirty="0" err="1"/>
              <a:t>Properties</a:t>
            </a:r>
            <a:endParaRPr lang="fr-FR" dirty="0"/>
          </a:p>
          <a:p>
            <a:pPr lvl="1"/>
            <a:r>
              <a:rPr lang="fr-FR" dirty="0" err="1"/>
              <a:t>Telemetries</a:t>
            </a:r>
            <a:endParaRPr lang="fr-FR" dirty="0"/>
          </a:p>
          <a:p>
            <a:pPr lvl="1"/>
            <a:r>
              <a:rPr lang="fr-FR" dirty="0" err="1"/>
              <a:t>Commands</a:t>
            </a:r>
            <a:endParaRPr lang="fr-FR" dirty="0"/>
          </a:p>
          <a:p>
            <a:pPr lvl="1"/>
            <a:r>
              <a:rPr lang="fr-FR" dirty="0"/>
              <a:t>Relations</a:t>
            </a:r>
          </a:p>
          <a:p>
            <a:r>
              <a:rPr lang="fr-FR" dirty="0"/>
              <a:t>MS </a:t>
            </a:r>
            <a:r>
              <a:rPr lang="fr-FR" dirty="0" err="1"/>
              <a:t>Fabric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Ontologies</a:t>
            </a:r>
          </a:p>
        </p:txBody>
      </p:sp>
    </p:spTree>
    <p:extLst>
      <p:ext uri="{BB962C8B-B14F-4D97-AF65-F5344CB8AC3E}">
        <p14:creationId xmlns:p14="http://schemas.microsoft.com/office/powerpoint/2010/main" val="111594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604CD-6667-3334-955A-C43D471E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250EE-C2C7-CA96-CF1C-646CE141B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1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Widescreen</PresentationFormat>
  <Paragraphs>126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IoT Solutions with Azure IoT</vt:lpstr>
      <vt:lpstr>IoT solutions</vt:lpstr>
      <vt:lpstr>Architectures</vt:lpstr>
      <vt:lpstr>Architectures – satellite view</vt:lpstr>
      <vt:lpstr>PowerPoint Presentation</vt:lpstr>
      <vt:lpstr>IoT Solutions with Azure IoT</vt:lpstr>
      <vt:lpstr>IoT Solutions with AI assisted development</vt:lpstr>
      <vt:lpstr>DPS and IoT Hub</vt:lpstr>
      <vt:lpstr>Digital Twins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Mentorship</dc:title>
  <dc:creator>Jon Mikel Inza</dc:creator>
  <cp:lastModifiedBy>Jon Mikel Inza</cp:lastModifiedBy>
  <cp:revision>13</cp:revision>
  <dcterms:created xsi:type="dcterms:W3CDTF">2023-05-13T14:41:28Z</dcterms:created>
  <dcterms:modified xsi:type="dcterms:W3CDTF">2026-04-12T10:23:14Z</dcterms:modified>
</cp:coreProperties>
</file>